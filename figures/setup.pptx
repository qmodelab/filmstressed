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687638" cy="7543800"/>
  <p:notesSz cx="6858000" cy="9144000"/>
  <p:defaultTextStyle>
    <a:defPPr>
      <a:defRPr lang="en-US"/>
    </a:defPPr>
    <a:lvl1pPr marL="0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1pPr>
    <a:lvl2pPr marL="453283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2pPr>
    <a:lvl3pPr marL="906565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3pPr>
    <a:lvl4pPr marL="1359849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4pPr>
    <a:lvl5pPr marL="1813131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5pPr>
    <a:lvl6pPr marL="2266413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6pPr>
    <a:lvl7pPr marL="2719695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7pPr>
    <a:lvl8pPr marL="3172978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8pPr>
    <a:lvl9pPr marL="3626260" algn="l" defTabSz="453283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2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30414-14B2-4CCC-B4C7-9058F7E501E5}" v="28" dt="2026-07-04T04:09:0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5964" y="96"/>
      </p:cViewPr>
      <p:guideLst>
        <p:guide orient="horz" pos="1702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V Pechenezhskiy" userId="05151ae6-aff0-4c3b-afef-5d8361ad9277" providerId="ADAL" clId="{497C8B30-E653-41E3-BCDE-D087AF3F3AA5}"/>
    <pc:docChg chg="undo redo custSel delSld modSld modMainMaster">
      <pc:chgData name="Ivan V Pechenezhskiy" userId="05151ae6-aff0-4c3b-afef-5d8361ad9277" providerId="ADAL" clId="{497C8B30-E653-41E3-BCDE-D087AF3F3AA5}" dt="2026-07-04T04:10:02.627" v="1067" actId="1036"/>
      <pc:docMkLst>
        <pc:docMk/>
      </pc:docMkLst>
      <pc:sldChg chg="addSp delSp modSp mod">
        <pc:chgData name="Ivan V Pechenezhskiy" userId="05151ae6-aff0-4c3b-afef-5d8361ad9277" providerId="ADAL" clId="{497C8B30-E653-41E3-BCDE-D087AF3F3AA5}" dt="2026-07-04T04:10:02.627" v="1067" actId="1036"/>
        <pc:sldMkLst>
          <pc:docMk/>
          <pc:sldMk cId="0" sldId="256"/>
        </pc:sldMkLst>
        <pc:spChg chg="mod">
          <ac:chgData name="Ivan V Pechenezhskiy" userId="05151ae6-aff0-4c3b-afef-5d8361ad9277" providerId="ADAL" clId="{497C8B30-E653-41E3-BCDE-D087AF3F3AA5}" dt="2026-07-04T04:06:56.985" v="102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42.263" v="100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33.248" v="1006" actId="14100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Ivan V Pechenezhskiy" userId="05151ae6-aff0-4c3b-afef-5d8361ad9277" providerId="ADAL" clId="{497C8B30-E653-41E3-BCDE-D087AF3F3AA5}" dt="2026-07-03T05:08:20.450" v="536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Ivan V Pechenezhskiy" userId="05151ae6-aff0-4c3b-afef-5d8361ad9277" providerId="ADAL" clId="{497C8B30-E653-41E3-BCDE-D087AF3F3AA5}" dt="2026-07-03T05:08:19.439" v="535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58.640" v="794" actId="103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01:45.397" v="407" actId="103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53.075" v="1066" actId="103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38.030" v="1007" actId="14100"/>
          <ac:spMkLst>
            <pc:docMk/>
            <pc:sldMk cId="0" sldId="256"/>
            <ac:spMk id="19" creationId="{00000000-0000-0000-0000-000000000000}"/>
          </ac:spMkLst>
        </pc:spChg>
        <pc:spChg chg="del">
          <ac:chgData name="Ivan V Pechenezhskiy" userId="05151ae6-aff0-4c3b-afef-5d8361ad9277" providerId="ADAL" clId="{497C8B30-E653-41E3-BCDE-D087AF3F3AA5}" dt="2026-07-03T04:59:36.290" v="364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4:32.985" v="899" actId="10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02:05.552" v="417" actId="103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4:06.432" v="853" actId="103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3:02.517" v="653" actId="1038"/>
          <ac:spMkLst>
            <pc:docMk/>
            <pc:sldMk cId="0" sldId="256"/>
            <ac:spMk id="25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58.640" v="794" actId="1035"/>
          <ac:spMkLst>
            <pc:docMk/>
            <pc:sldMk cId="0" sldId="256"/>
            <ac:spMk id="27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16.715" v="981" actId="14100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Ivan V Pechenezhskiy" userId="05151ae6-aff0-4c3b-afef-5d8361ad9277" providerId="ADAL" clId="{497C8B30-E653-41E3-BCDE-D087AF3F3AA5}" dt="2026-07-03T05:15:56.830" v="720" actId="478"/>
          <ac:spMkLst>
            <pc:docMk/>
            <pc:sldMk cId="0" sldId="256"/>
            <ac:spMk id="29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4:40.391" v="931" actId="1035"/>
          <ac:spMkLst>
            <pc:docMk/>
            <pc:sldMk cId="0" sldId="256"/>
            <ac:spMk id="30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4:32.985" v="899" actId="103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4:26.359" v="878" actId="103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2:20.856" v="625" actId="103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1:42.790" v="609" actId="1035"/>
          <ac:spMkLst>
            <pc:docMk/>
            <pc:sldMk cId="0" sldId="256"/>
            <ac:spMk id="36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38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19.694" v="990" actId="1035"/>
          <ac:spMkLst>
            <pc:docMk/>
            <pc:sldMk cId="0" sldId="256"/>
            <ac:spMk id="41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4T04:06:47.695" v="1024" actId="1035"/>
          <ac:spMkLst>
            <pc:docMk/>
            <pc:sldMk cId="0" sldId="256"/>
            <ac:spMk id="42" creationId="{00000000-0000-0000-0000-000000000000}"/>
          </ac:spMkLst>
        </pc:spChg>
        <pc:spChg chg="add del mod">
          <ac:chgData name="Ivan V Pechenezhskiy" userId="05151ae6-aff0-4c3b-afef-5d8361ad9277" providerId="ADAL" clId="{497C8B30-E653-41E3-BCDE-D087AF3F3AA5}" dt="2026-07-03T05:08:21.828" v="537" actId="478"/>
          <ac:spMkLst>
            <pc:docMk/>
            <pc:sldMk cId="0" sldId="256"/>
            <ac:spMk id="46" creationId="{CAB9A9E4-C100-F8A1-E45B-62994847B83B}"/>
          </ac:spMkLst>
        </pc:spChg>
        <pc:spChg chg="add del">
          <ac:chgData name="Ivan V Pechenezhskiy" userId="05151ae6-aff0-4c3b-afef-5d8361ad9277" providerId="ADAL" clId="{497C8B30-E653-41E3-BCDE-D087AF3F3AA5}" dt="2026-07-03T04:59:04.680" v="363" actId="478"/>
          <ac:spMkLst>
            <pc:docMk/>
            <pc:sldMk cId="0" sldId="256"/>
            <ac:spMk id="47" creationId="{32D0648E-315B-0FD7-A0B9-67AB1013F19A}"/>
          </ac:spMkLst>
        </pc:spChg>
        <pc:spChg chg="add mod">
          <ac:chgData name="Ivan V Pechenezhskiy" userId="05151ae6-aff0-4c3b-afef-5d8361ad9277" providerId="ADAL" clId="{497C8B30-E653-41E3-BCDE-D087AF3F3AA5}" dt="2026-07-04T04:05:57.980" v="979" actId="14100"/>
          <ac:spMkLst>
            <pc:docMk/>
            <pc:sldMk cId="0" sldId="256"/>
            <ac:spMk id="48" creationId="{3E69DFA5-A952-2AED-56C9-016D15023DBB}"/>
          </ac:spMkLst>
        </pc:spChg>
        <pc:spChg chg="add 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52" creationId="{3A060945-B423-AC90-DEEA-8E6E4B717375}"/>
          </ac:spMkLst>
        </pc:spChg>
        <pc:spChg chg="add del mod">
          <ac:chgData name="Ivan V Pechenezhskiy" userId="05151ae6-aff0-4c3b-afef-5d8361ad9277" providerId="ADAL" clId="{497C8B30-E653-41E3-BCDE-D087AF3F3AA5}" dt="2026-07-03T05:08:17.398" v="534" actId="478"/>
          <ac:spMkLst>
            <pc:docMk/>
            <pc:sldMk cId="0" sldId="256"/>
            <ac:spMk id="53" creationId="{B413E02B-CD83-F835-99F5-23F961306DCD}"/>
          </ac:spMkLst>
        </pc:spChg>
        <pc:spChg chg="add mod">
          <ac:chgData name="Ivan V Pechenezhskiy" userId="05151ae6-aff0-4c3b-afef-5d8361ad9277" providerId="ADAL" clId="{497C8B30-E653-41E3-BCDE-D087AF3F3AA5}" dt="2026-07-04T04:09:19.026" v="1065" actId="1036"/>
          <ac:spMkLst>
            <pc:docMk/>
            <pc:sldMk cId="0" sldId="256"/>
            <ac:spMk id="54" creationId="{65398C4F-EB0B-354D-1D29-34208C115C7C}"/>
          </ac:spMkLst>
        </pc:spChg>
        <pc:spChg chg="add mod">
          <ac:chgData name="Ivan V Pechenezhskiy" userId="05151ae6-aff0-4c3b-afef-5d8361ad9277" providerId="ADAL" clId="{497C8B30-E653-41E3-BCDE-D087AF3F3AA5}" dt="2026-07-03T05:19:58.640" v="794" actId="1035"/>
          <ac:spMkLst>
            <pc:docMk/>
            <pc:sldMk cId="0" sldId="256"/>
            <ac:spMk id="56" creationId="{3B776951-7B78-9B27-6D00-28786E53CCA7}"/>
          </ac:spMkLst>
        </pc:spChg>
        <pc:cxnChg chg="mod">
          <ac:chgData name="Ivan V Pechenezhskiy" userId="05151ae6-aff0-4c3b-afef-5d8361ad9277" providerId="ADAL" clId="{497C8B30-E653-41E3-BCDE-D087AF3F3AA5}" dt="2026-07-04T04:10:02.627" v="1067" actId="1036"/>
          <ac:cxnSpMkLst>
            <pc:docMk/>
            <pc:sldMk cId="0" sldId="256"/>
            <ac:cxnSpMk id="7" creationId="{00000000-0000-0000-0000-000000000000}"/>
          </ac:cxnSpMkLst>
        </pc:cxnChg>
        <pc:cxnChg chg="mod">
          <ac:chgData name="Ivan V Pechenezhskiy" userId="05151ae6-aff0-4c3b-afef-5d8361ad9277" providerId="ADAL" clId="{497C8B30-E653-41E3-BCDE-D087AF3F3AA5}" dt="2026-07-04T04:06:00.930" v="980" actId="14100"/>
          <ac:cxnSpMkLst>
            <pc:docMk/>
            <pc:sldMk cId="0" sldId="256"/>
            <ac:cxnSpMk id="8" creationId="{00000000-0000-0000-0000-000000000000}"/>
          </ac:cxnSpMkLst>
        </pc:cxnChg>
        <pc:cxnChg chg="del mod">
          <ac:chgData name="Ivan V Pechenezhskiy" userId="05151ae6-aff0-4c3b-afef-5d8361ad9277" providerId="ADAL" clId="{497C8B30-E653-41E3-BCDE-D087AF3F3AA5}" dt="2026-07-03T05:01:33.391" v="396" actId="478"/>
          <ac:cxnSpMkLst>
            <pc:docMk/>
            <pc:sldMk cId="0" sldId="256"/>
            <ac:cxnSpMk id="9" creationId="{00000000-0000-0000-0000-000000000000}"/>
          </ac:cxnSpMkLst>
        </pc:cxnChg>
        <pc:cxnChg chg="mod">
          <ac:chgData name="Ivan V Pechenezhskiy" userId="05151ae6-aff0-4c3b-afef-5d8361ad9277" providerId="ADAL" clId="{497C8B30-E653-41E3-BCDE-D087AF3F3AA5}" dt="2026-07-03T05:02:05.552" v="417" actId="1036"/>
          <ac:cxnSpMkLst>
            <pc:docMk/>
            <pc:sldMk cId="0" sldId="256"/>
            <ac:cxnSpMk id="10" creationId="{00000000-0000-0000-0000-000000000000}"/>
          </ac:cxnSpMkLst>
        </pc:cxnChg>
        <pc:cxnChg chg="mod">
          <ac:chgData name="Ivan V Pechenezhskiy" userId="05151ae6-aff0-4c3b-afef-5d8361ad9277" providerId="ADAL" clId="{497C8B30-E653-41E3-BCDE-D087AF3F3AA5}" dt="2026-07-03T05:01:28.456" v="394" actId="1037"/>
          <ac:cxnSpMkLst>
            <pc:docMk/>
            <pc:sldMk cId="0" sldId="256"/>
            <ac:cxnSpMk id="11" creationId="{00000000-0000-0000-0000-000000000000}"/>
          </ac:cxnSpMkLst>
        </pc:cxnChg>
        <pc:cxnChg chg="del">
          <ac:chgData name="Ivan V Pechenezhskiy" userId="05151ae6-aff0-4c3b-afef-5d8361ad9277" providerId="ADAL" clId="{497C8B30-E653-41E3-BCDE-D087AF3F3AA5}" dt="2026-07-03T04:44:23.920" v="53" actId="478"/>
          <ac:cxnSpMkLst>
            <pc:docMk/>
            <pc:sldMk cId="0" sldId="256"/>
            <ac:cxnSpMk id="12" creationId="{00000000-0000-0000-0000-000000000000}"/>
          </ac:cxnSpMkLst>
        </pc:cxnChg>
        <pc:cxnChg chg="del">
          <ac:chgData name="Ivan V Pechenezhskiy" userId="05151ae6-aff0-4c3b-afef-5d8361ad9277" providerId="ADAL" clId="{497C8B30-E653-41E3-BCDE-D087AF3F3AA5}" dt="2026-07-03T04:44:34.242" v="57" actId="478"/>
          <ac:cxnSpMkLst>
            <pc:docMk/>
            <pc:sldMk cId="0" sldId="256"/>
            <ac:cxnSpMk id="13" creationId="{00000000-0000-0000-0000-000000000000}"/>
          </ac:cxnSpMkLst>
        </pc:cxnChg>
        <pc:cxnChg chg="del mod">
          <ac:chgData name="Ivan V Pechenezhskiy" userId="05151ae6-aff0-4c3b-afef-5d8361ad9277" providerId="ADAL" clId="{497C8B30-E653-41E3-BCDE-D087AF3F3AA5}" dt="2026-07-03T04:51:30.550" v="213" actId="478"/>
          <ac:cxnSpMkLst>
            <pc:docMk/>
            <pc:sldMk cId="0" sldId="256"/>
            <ac:cxnSpMk id="14" creationId="{00000000-0000-0000-0000-000000000000}"/>
          </ac:cxnSpMkLst>
        </pc:cxnChg>
        <pc:cxnChg chg="del mod">
          <ac:chgData name="Ivan V Pechenezhskiy" userId="05151ae6-aff0-4c3b-afef-5d8361ad9277" providerId="ADAL" clId="{497C8B30-E653-41E3-BCDE-D087AF3F3AA5}" dt="2026-07-03T04:51:33.381" v="214" actId="478"/>
          <ac:cxnSpMkLst>
            <pc:docMk/>
            <pc:sldMk cId="0" sldId="256"/>
            <ac:cxnSpMk id="15" creationId="{00000000-0000-0000-0000-000000000000}"/>
          </ac:cxnSpMkLst>
        </pc:cxnChg>
      </pc:sldChg>
      <pc:sldChg chg="modSp del mod">
        <pc:chgData name="Ivan V Pechenezhskiy" userId="05151ae6-aff0-4c3b-afef-5d8361ad9277" providerId="ADAL" clId="{497C8B30-E653-41E3-BCDE-D087AF3F3AA5}" dt="2026-07-03T05:21:07.807" v="795" actId="47"/>
        <pc:sldMkLst>
          <pc:docMk/>
          <pc:sldMk cId="0" sldId="257"/>
        </pc:sldMkLst>
        <pc:picChg chg="mod">
          <ac:chgData name="Ivan V Pechenezhskiy" userId="05151ae6-aff0-4c3b-afef-5d8361ad9277" providerId="ADAL" clId="{497C8B30-E653-41E3-BCDE-D087AF3F3AA5}" dt="2026-07-03T05:19:38.603" v="788"/>
          <ac:picMkLst>
            <pc:docMk/>
            <pc:sldMk cId="0" sldId="257"/>
            <ac:picMk id="2" creationId="{00000000-0000-0000-0000-000000000000}"/>
          </ac:picMkLst>
        </pc:picChg>
      </pc:sldChg>
      <pc:sldMasterChg chg="modSp modSldLayout">
        <pc:chgData name="Ivan V Pechenezhskiy" userId="05151ae6-aff0-4c3b-afef-5d8361ad9277" providerId="ADAL" clId="{497C8B30-E653-41E3-BCDE-D087AF3F3AA5}" dt="2026-07-03T05:19:38.603" v="788"/>
        <pc:sldMasterMkLst>
          <pc:docMk/>
          <pc:sldMasterMk cId="2209977519" sldId="2147483648"/>
        </pc:sldMasterMkLst>
        <pc:spChg chg="mod">
          <ac:chgData name="Ivan V Pechenezhskiy" userId="05151ae6-aff0-4c3b-afef-5d8361ad9277" providerId="ADAL" clId="{497C8B30-E653-41E3-BCDE-D087AF3F3AA5}" dt="2026-07-03T05:19:38.603" v="788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38.603" v="788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38.603" v="788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38.603" v="788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Ivan V Pechenezhskiy" userId="05151ae6-aff0-4c3b-afef-5d8361ad9277" providerId="ADAL" clId="{497C8B30-E653-41E3-BCDE-D087AF3F3AA5}" dt="2026-07-03T05:19:38.603" v="788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Ivan V Pechenezhskiy" userId="05151ae6-aff0-4c3b-afef-5d8361ad9277" providerId="ADAL" clId="{497C8B30-E653-41E3-BCDE-D087AF3F3AA5}" dt="2026-07-03T05:19:38.603" v="788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Ivan V Pechenezhskiy" userId="05151ae6-aff0-4c3b-afef-5d8361ad9277" providerId="ADAL" clId="{497C8B30-E653-41E3-BCDE-D087AF3F3AA5}" dt="2026-07-03T05:19:38.603" v="788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595" y="1677794"/>
            <a:ext cx="7758653" cy="115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9182" y="3060530"/>
            <a:ext cx="6389479" cy="13802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045" y="3470604"/>
            <a:ext cx="7758653" cy="107268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045" y="2289150"/>
            <a:ext cx="7758653" cy="118145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399" y="1260222"/>
            <a:ext cx="4031457" cy="35643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9988" y="1260222"/>
            <a:ext cx="4031457" cy="35643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391" y="1208961"/>
            <a:ext cx="4033042" cy="5038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91" y="1712800"/>
            <a:ext cx="4033042" cy="31117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816" y="1208961"/>
            <a:ext cx="4034626" cy="5038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816" y="1712800"/>
            <a:ext cx="4034626" cy="31117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395" y="215039"/>
            <a:ext cx="3002992" cy="91515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31" y="215041"/>
            <a:ext cx="5102709" cy="460954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395" y="1130198"/>
            <a:ext cx="3002992" cy="3694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118" y="3780655"/>
            <a:ext cx="5476696" cy="44632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9118" y="482586"/>
            <a:ext cx="5476696" cy="324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9118" y="4226980"/>
            <a:ext cx="5476696" cy="6338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7676" y="216294"/>
            <a:ext cx="2053761" cy="4608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393" y="216294"/>
            <a:ext cx="6009153" cy="4608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6392" y="216293"/>
            <a:ext cx="8215044" cy="900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392" y="1260222"/>
            <a:ext cx="8215044" cy="356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6392" y="5005866"/>
            <a:ext cx="2129826" cy="287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8682" y="5005866"/>
            <a:ext cx="2890479" cy="287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610" y="5005866"/>
            <a:ext cx="2129826" cy="287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 K thermal stage fill"/>
          <p:cNvSpPr/>
          <p:nvPr/>
        </p:nvSpPr>
        <p:spPr>
          <a:xfrm>
            <a:off x="179033" y="1960460"/>
            <a:ext cx="2360618" cy="5466616"/>
          </a:xfrm>
          <a:prstGeom prst="rect">
            <a:avLst/>
          </a:prstGeom>
          <a:solidFill>
            <a:srgbClr val="FF80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3 K thermal stage fill"/>
          <p:cNvSpPr/>
          <p:nvPr/>
        </p:nvSpPr>
        <p:spPr>
          <a:xfrm>
            <a:off x="267384" y="3023987"/>
            <a:ext cx="2166723" cy="4294883"/>
          </a:xfrm>
          <a:prstGeom prst="rect">
            <a:avLst/>
          </a:prstGeom>
          <a:solidFill>
            <a:srgbClr val="FFE8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100 mK thermal stage fill"/>
          <p:cNvSpPr/>
          <p:nvPr/>
        </p:nvSpPr>
        <p:spPr>
          <a:xfrm>
            <a:off x="403809" y="4837123"/>
            <a:ext cx="1892808" cy="2190001"/>
          </a:xfrm>
          <a:prstGeom prst="rect">
            <a:avLst/>
          </a:prstGeom>
          <a:solidFill>
            <a:srgbClr val="66C9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output coax vertical"/>
          <p:cNvCxnSpPr>
            <a:cxnSpLocks/>
          </p:cNvCxnSpPr>
          <p:nvPr/>
        </p:nvCxnSpPr>
        <p:spPr>
          <a:xfrm flipH="1">
            <a:off x="787611" y="192248"/>
            <a:ext cx="2807" cy="4129037"/>
          </a:xfrm>
          <a:prstGeom prst="line">
            <a:avLst/>
          </a:prstGeom>
          <a:ln w="68580">
            <a:solidFill>
              <a:srgbClr val="000000"/>
            </a:solidFill>
          </a:ln>
          <a:effectLst/>
        </p:spPr>
      </p:cxnSp>
      <p:cxnSp>
        <p:nvCxnSpPr>
          <p:cNvPr id="8" name="input coax vertical"/>
          <p:cNvCxnSpPr>
            <a:cxnSpLocks/>
          </p:cNvCxnSpPr>
          <p:nvPr/>
        </p:nvCxnSpPr>
        <p:spPr>
          <a:xfrm>
            <a:off x="2022210" y="187630"/>
            <a:ext cx="0" cy="5893829"/>
          </a:xfrm>
          <a:prstGeom prst="line">
            <a:avLst/>
          </a:prstGeom>
          <a:ln w="68580">
            <a:solidFill>
              <a:srgbClr val="000000"/>
            </a:solidFill>
          </a:ln>
          <a:effectLst/>
        </p:spPr>
      </p:cxnSp>
      <p:cxnSp>
        <p:nvCxnSpPr>
          <p:cNvPr id="10" name="HEMT output bend"/>
          <p:cNvCxnSpPr>
            <a:cxnSpLocks/>
          </p:cNvCxnSpPr>
          <p:nvPr/>
        </p:nvCxnSpPr>
        <p:spPr>
          <a:xfrm flipH="1">
            <a:off x="617020" y="4307532"/>
            <a:ext cx="173390" cy="279227"/>
          </a:xfrm>
          <a:prstGeom prst="line">
            <a:avLst/>
          </a:prstGeom>
          <a:ln w="68580">
            <a:solidFill>
              <a:srgbClr val="000000"/>
            </a:solidFill>
          </a:ln>
          <a:effectLst/>
        </p:spPr>
      </p:cxnSp>
      <p:cxnSp>
        <p:nvCxnSpPr>
          <p:cNvPr id="11" name="filter coax vertical"/>
          <p:cNvCxnSpPr/>
          <p:nvPr/>
        </p:nvCxnSpPr>
        <p:spPr>
          <a:xfrm>
            <a:off x="632917" y="4562785"/>
            <a:ext cx="0" cy="1504188"/>
          </a:xfrm>
          <a:prstGeom prst="line">
            <a:avLst/>
          </a:prstGeom>
          <a:ln w="68580">
            <a:solidFill>
              <a:srgbClr val="000000"/>
            </a:solidFill>
          </a:ln>
          <a:effectLst/>
        </p:spPr>
      </p:cxnSp>
      <p:sp>
        <p:nvSpPr>
          <p:cNvPr id="16" name="wire bond node left"/>
          <p:cNvSpPr/>
          <p:nvPr/>
        </p:nvSpPr>
        <p:spPr>
          <a:xfrm>
            <a:off x="576544" y="4461864"/>
            <a:ext cx="146304" cy="14630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ire bond node center"/>
          <p:cNvSpPr/>
          <p:nvPr/>
        </p:nvSpPr>
        <p:spPr>
          <a:xfrm>
            <a:off x="744986" y="4463691"/>
            <a:ext cx="146304" cy="14630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re bond node right"/>
          <p:cNvSpPr/>
          <p:nvPr/>
        </p:nvSpPr>
        <p:spPr>
          <a:xfrm>
            <a:off x="927502" y="4466455"/>
            <a:ext cx="146304" cy="14630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ryoperm can outline"/>
          <p:cNvSpPr/>
          <p:nvPr/>
        </p:nvSpPr>
        <p:spPr>
          <a:xfrm>
            <a:off x="326821" y="4762854"/>
            <a:ext cx="2039363" cy="2330636"/>
          </a:xfrm>
          <a:prstGeom prst="rect">
            <a:avLst/>
          </a:prstGeom>
          <a:noFill/>
          <a:ln w="38100">
            <a:solidFill>
              <a:srgbClr val="F5A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ARDA amplifier triangle"/>
          <p:cNvSpPr/>
          <p:nvPr/>
        </p:nvSpPr>
        <p:spPr>
          <a:xfrm>
            <a:off x="435559" y="1025863"/>
            <a:ext cx="704088" cy="644652"/>
          </a:xfrm>
          <a:prstGeom prst="triangle">
            <a:avLst/>
          </a:prstGeom>
          <a:solidFill>
            <a:srgbClr val="FF0000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MT amplifier triangle"/>
          <p:cNvSpPr/>
          <p:nvPr/>
        </p:nvSpPr>
        <p:spPr>
          <a:xfrm>
            <a:off x="435559" y="3491413"/>
            <a:ext cx="704088" cy="644652"/>
          </a:xfrm>
          <a:prstGeom prst="triangle">
            <a:avLst/>
          </a:prstGeom>
          <a:solidFill>
            <a:srgbClr val="FF0000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om-temperature attenuator"/>
          <p:cNvSpPr/>
          <p:nvPr/>
        </p:nvSpPr>
        <p:spPr>
          <a:xfrm>
            <a:off x="1889622" y="1082251"/>
            <a:ext cx="274320" cy="580644"/>
          </a:xfrm>
          <a:prstGeom prst="roundRect">
            <a:avLst/>
          </a:prstGeom>
          <a:solidFill>
            <a:srgbClr val="0065D7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50 K attenuator"/>
          <p:cNvSpPr/>
          <p:nvPr/>
        </p:nvSpPr>
        <p:spPr>
          <a:xfrm>
            <a:off x="1889622" y="2218221"/>
            <a:ext cx="274320" cy="580644"/>
          </a:xfrm>
          <a:prstGeom prst="roundRect">
            <a:avLst/>
          </a:prstGeom>
          <a:solidFill>
            <a:srgbClr val="0065D7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3 K attenuator"/>
          <p:cNvSpPr/>
          <p:nvPr/>
        </p:nvSpPr>
        <p:spPr>
          <a:xfrm>
            <a:off x="1889622" y="3593521"/>
            <a:ext cx="274320" cy="580644"/>
          </a:xfrm>
          <a:prstGeom prst="roundRect">
            <a:avLst/>
          </a:prstGeom>
          <a:solidFill>
            <a:srgbClr val="0065D7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100 mK attenuator"/>
          <p:cNvSpPr/>
          <p:nvPr/>
        </p:nvSpPr>
        <p:spPr>
          <a:xfrm>
            <a:off x="1889622" y="5083739"/>
            <a:ext cx="274320" cy="580644"/>
          </a:xfrm>
          <a:prstGeom prst="roundRect">
            <a:avLst/>
          </a:prstGeom>
          <a:solidFill>
            <a:srgbClr val="0065D7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ccosorb filter block"/>
          <p:cNvSpPr/>
          <p:nvPr/>
        </p:nvSpPr>
        <p:spPr>
          <a:xfrm>
            <a:off x="513791" y="5046147"/>
            <a:ext cx="278892" cy="603504"/>
          </a:xfrm>
          <a:prstGeom prst="roundRect">
            <a:avLst/>
          </a:prstGeom>
          <a:solidFill>
            <a:srgbClr val="FFCD00"/>
          </a:solidFill>
          <a:ln w="406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amples box"/>
          <p:cNvSpPr/>
          <p:nvPr/>
        </p:nvSpPr>
        <p:spPr>
          <a:xfrm>
            <a:off x="485976" y="5955725"/>
            <a:ext cx="1724107" cy="807829"/>
          </a:xfrm>
          <a:prstGeom prst="rect">
            <a:avLst/>
          </a:prstGeom>
          <a:solidFill>
            <a:srgbClr val="D2D2D2"/>
          </a:solidFill>
          <a:ln w="38100">
            <a:solidFill>
              <a:schemeClr val="bg1">
                <a:lumMod val="50000"/>
              </a:schemeClr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300 K label"/>
          <p:cNvSpPr txBox="1"/>
          <p:nvPr/>
        </p:nvSpPr>
        <p:spPr>
          <a:xfrm>
            <a:off x="1175112" y="596731"/>
            <a:ext cx="484107" cy="26161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dirty="0">
                <a:solidFill>
                  <a:srgbClr val="000000"/>
                </a:solidFill>
                <a:latin typeface="Times New Roman"/>
              </a:rPr>
              <a:t>300K</a:t>
            </a:r>
          </a:p>
        </p:txBody>
      </p:sp>
      <p:sp>
        <p:nvSpPr>
          <p:cNvPr id="31" name="NARDA label"/>
          <p:cNvSpPr txBox="1"/>
          <p:nvPr/>
        </p:nvSpPr>
        <p:spPr>
          <a:xfrm>
            <a:off x="916528" y="975080"/>
            <a:ext cx="57227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dirty="0">
                <a:solidFill>
                  <a:srgbClr val="000000"/>
                </a:solidFill>
                <a:latin typeface="Times New Roman"/>
              </a:rPr>
              <a:t>+30dB</a:t>
            </a:r>
          </a:p>
        </p:txBody>
      </p:sp>
      <p:sp>
        <p:nvSpPr>
          <p:cNvPr id="32" name="-50 dB label"/>
          <p:cNvSpPr txBox="1"/>
          <p:nvPr/>
        </p:nvSpPr>
        <p:spPr>
          <a:xfrm rot="16200000">
            <a:off x="1458863" y="1254340"/>
            <a:ext cx="528991" cy="2539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dirty="0">
                <a:solidFill>
                  <a:srgbClr val="000000"/>
                </a:solidFill>
                <a:latin typeface="Times New Roman"/>
              </a:rPr>
              <a:t>-50dB</a:t>
            </a:r>
          </a:p>
        </p:txBody>
      </p:sp>
      <p:sp>
        <p:nvSpPr>
          <p:cNvPr id="33" name="50 K label"/>
          <p:cNvSpPr txBox="1"/>
          <p:nvPr/>
        </p:nvSpPr>
        <p:spPr>
          <a:xfrm>
            <a:off x="1284116" y="1969531"/>
            <a:ext cx="375103" cy="26161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dirty="0">
                <a:solidFill>
                  <a:srgbClr val="000000"/>
                </a:solidFill>
                <a:latin typeface="Times New Roman"/>
              </a:rPr>
              <a:t>50K</a:t>
            </a:r>
          </a:p>
        </p:txBody>
      </p:sp>
      <p:sp>
        <p:nvSpPr>
          <p:cNvPr id="34" name="-3 dB label"/>
          <p:cNvSpPr txBox="1"/>
          <p:nvPr/>
        </p:nvSpPr>
        <p:spPr>
          <a:xfrm rot="16200000">
            <a:off x="1511762" y="2394285"/>
            <a:ext cx="423193" cy="2539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dirty="0">
                <a:solidFill>
                  <a:srgbClr val="000000"/>
                </a:solidFill>
                <a:latin typeface="Times New Roman"/>
              </a:rPr>
              <a:t>-3dB</a:t>
            </a:r>
          </a:p>
        </p:txBody>
      </p:sp>
      <p:sp>
        <p:nvSpPr>
          <p:cNvPr id="35" name="3 K label"/>
          <p:cNvSpPr txBox="1"/>
          <p:nvPr/>
        </p:nvSpPr>
        <p:spPr>
          <a:xfrm>
            <a:off x="1393104" y="3026454"/>
            <a:ext cx="266098" cy="26161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dirty="0">
                <a:solidFill>
                  <a:srgbClr val="000000"/>
                </a:solidFill>
                <a:latin typeface="Times New Roman"/>
              </a:rPr>
              <a:t>3K</a:t>
            </a:r>
          </a:p>
        </p:txBody>
      </p:sp>
      <p:sp>
        <p:nvSpPr>
          <p:cNvPr id="36" name="HEMT label"/>
          <p:cNvSpPr txBox="1"/>
          <p:nvPr/>
        </p:nvSpPr>
        <p:spPr>
          <a:xfrm>
            <a:off x="933923" y="3343550"/>
            <a:ext cx="564257" cy="47705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dirty="0">
                <a:solidFill>
                  <a:srgbClr val="000000"/>
                </a:solidFill>
                <a:latin typeface="Times New Roman"/>
              </a:rPr>
              <a:t>HEMT</a:t>
            </a:r>
          </a:p>
          <a:p>
            <a:pPr algn="ctr"/>
            <a:r>
              <a:rPr sz="1550" dirty="0">
                <a:solidFill>
                  <a:srgbClr val="000000"/>
                </a:solidFill>
                <a:latin typeface="Times New Roman"/>
              </a:rPr>
              <a:t>+30dB</a:t>
            </a:r>
          </a:p>
        </p:txBody>
      </p:sp>
      <p:sp>
        <p:nvSpPr>
          <p:cNvPr id="37" name="3 K -20 dB label"/>
          <p:cNvSpPr txBox="1"/>
          <p:nvPr/>
        </p:nvSpPr>
        <p:spPr>
          <a:xfrm rot="16200000">
            <a:off x="1458863" y="3798732"/>
            <a:ext cx="528991" cy="2539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dirty="0">
                <a:solidFill>
                  <a:srgbClr val="000000"/>
                </a:solidFill>
                <a:latin typeface="Times New Roman"/>
              </a:rPr>
              <a:t>-20dB</a:t>
            </a:r>
          </a:p>
        </p:txBody>
      </p:sp>
      <p:sp>
        <p:nvSpPr>
          <p:cNvPr id="38" name="100 mK label"/>
          <p:cNvSpPr txBox="1"/>
          <p:nvPr/>
        </p:nvSpPr>
        <p:spPr>
          <a:xfrm>
            <a:off x="1074785" y="4824688"/>
            <a:ext cx="654025" cy="26161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dirty="0">
                <a:solidFill>
                  <a:srgbClr val="000000"/>
                </a:solidFill>
                <a:latin typeface="Times New Roman"/>
              </a:rPr>
              <a:t>100mK</a:t>
            </a:r>
          </a:p>
        </p:txBody>
      </p:sp>
      <p:sp>
        <p:nvSpPr>
          <p:cNvPr id="39" name="Eccosorb label"/>
          <p:cNvSpPr txBox="1"/>
          <p:nvPr/>
        </p:nvSpPr>
        <p:spPr>
          <a:xfrm rot="16200000">
            <a:off x="569127" y="5190737"/>
            <a:ext cx="878446" cy="40011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Times New Roman"/>
              </a:rPr>
              <a:t>ECCOSORB</a:t>
            </a:r>
          </a:p>
          <a:p>
            <a:pPr algn="ctr"/>
            <a:r>
              <a:rPr lang="en-US" sz="1300" dirty="0">
                <a:solidFill>
                  <a:srgbClr val="000000"/>
                </a:solidFill>
                <a:latin typeface="Times New Roman"/>
              </a:rPr>
              <a:t>filter</a:t>
            </a:r>
            <a:endParaRPr sz="13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100 mK -20 dB label"/>
          <p:cNvSpPr txBox="1"/>
          <p:nvPr/>
        </p:nvSpPr>
        <p:spPr>
          <a:xfrm rot="16200000">
            <a:off x="1463715" y="5265937"/>
            <a:ext cx="528991" cy="2539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dirty="0">
                <a:solidFill>
                  <a:srgbClr val="000000"/>
                </a:solidFill>
                <a:latin typeface="Times New Roman"/>
              </a:rPr>
              <a:t>-20dB</a:t>
            </a:r>
          </a:p>
        </p:txBody>
      </p:sp>
      <p:sp>
        <p:nvSpPr>
          <p:cNvPr id="41" name="Samples label"/>
          <p:cNvSpPr txBox="1"/>
          <p:nvPr/>
        </p:nvSpPr>
        <p:spPr>
          <a:xfrm>
            <a:off x="939142" y="6142353"/>
            <a:ext cx="870431" cy="3693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2400" dirty="0">
                <a:solidFill>
                  <a:srgbClr val="000000"/>
                </a:solidFill>
                <a:latin typeface="Times New Roman"/>
              </a:rPr>
              <a:t>ample</a:t>
            </a:r>
          </a:p>
        </p:txBody>
      </p:sp>
      <p:sp>
        <p:nvSpPr>
          <p:cNvPr id="42" name="Cryoperm can label"/>
          <p:cNvSpPr txBox="1"/>
          <p:nvPr/>
        </p:nvSpPr>
        <p:spPr>
          <a:xfrm>
            <a:off x="1359799" y="7085776"/>
            <a:ext cx="1022716" cy="2154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400" dirty="0" err="1">
                <a:solidFill>
                  <a:srgbClr val="000000"/>
                </a:solidFill>
                <a:latin typeface="Times New Roman"/>
              </a:rPr>
              <a:t>Cryoperm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can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E69DFA5-A952-2AED-56C9-016D15023DBB}"/>
              </a:ext>
            </a:extLst>
          </p:cNvPr>
          <p:cNvSpPr/>
          <p:nvPr/>
        </p:nvSpPr>
        <p:spPr>
          <a:xfrm>
            <a:off x="347802" y="24063"/>
            <a:ext cx="2062031" cy="55975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VNA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060945-B423-AC90-DEEA-8E6E4B717375}"/>
              </a:ext>
            </a:extLst>
          </p:cNvPr>
          <p:cNvSpPr txBox="1"/>
          <p:nvPr/>
        </p:nvSpPr>
        <p:spPr>
          <a:xfrm>
            <a:off x="1088744" y="6719347"/>
            <a:ext cx="134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Al package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398C4F-EB0B-354D-1D29-34208C115C7C}"/>
              </a:ext>
            </a:extLst>
          </p:cNvPr>
          <p:cNvSpPr/>
          <p:nvPr/>
        </p:nvSpPr>
        <p:spPr>
          <a:xfrm>
            <a:off x="99219" y="1884859"/>
            <a:ext cx="2514600" cy="5617966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776951-7B78-9B27-6D00-28786E53CCA7}"/>
              </a:ext>
            </a:extLst>
          </p:cNvPr>
          <p:cNvSpPr txBox="1"/>
          <p:nvPr/>
        </p:nvSpPr>
        <p:spPr>
          <a:xfrm>
            <a:off x="763341" y="4195923"/>
            <a:ext cx="103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mes New Roman"/>
              </a:rPr>
              <a:t>switch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S3 editable microwave setup schematic</dc:title>
  <dc:subject>Editable PowerPoint reconstruction of Figure S3 microwave setup</dc:subject>
  <dc:creator>OpenAI</dc:creator>
  <cp:keywords/>
  <dc:description>generated using python-pptx</dc:description>
  <cp:lastModifiedBy>Ivan V Pechenezhskiy</cp:lastModifiedBy>
  <cp:revision>1</cp:revision>
  <dcterms:created xsi:type="dcterms:W3CDTF">2013-01-27T09:14:16Z</dcterms:created>
  <dcterms:modified xsi:type="dcterms:W3CDTF">2026-07-04T04:10:11Z</dcterms:modified>
  <cp:category/>
</cp:coreProperties>
</file>