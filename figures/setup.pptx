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886200" cy="7543800"/>
  <p:notesSz cx="6858000" cy="9144000"/>
  <p:defaultTextStyle>
    <a:defPPr>
      <a:defRPr lang="en-US"/>
    </a:defPPr>
    <a:lvl1pPr marL="0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1pPr>
    <a:lvl2pPr marL="453283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2pPr>
    <a:lvl3pPr marL="906565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3pPr>
    <a:lvl4pPr marL="1359849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4pPr>
    <a:lvl5pPr marL="1813131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5pPr>
    <a:lvl6pPr marL="2266413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6pPr>
    <a:lvl7pPr marL="2719695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7pPr>
    <a:lvl8pPr marL="3172978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8pPr>
    <a:lvl9pPr marL="3626260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02" userDrawn="1">
          <p15:clr>
            <a:srgbClr val="A4A3A4"/>
          </p15:clr>
        </p15:guide>
        <p15:guide id="2" pos="41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030414-14B2-4CCC-B4C7-9058F7E501E5}" v="3" dt="2026-07-13T19:49:49.1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2706" y="51"/>
      </p:cViewPr>
      <p:guideLst>
        <p:guide orient="horz" pos="1702"/>
        <p:guide pos="415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van V Pechenezhskiy" userId="05151ae6-aff0-4c3b-afef-5d8361ad9277" providerId="ADAL" clId="{497C8B30-E653-41E3-BCDE-D087AF3F3AA5}"/>
    <pc:docChg chg="undo redo custSel delSld modSld modMainMaster">
      <pc:chgData name="Ivan V Pechenezhskiy" userId="05151ae6-aff0-4c3b-afef-5d8361ad9277" providerId="ADAL" clId="{497C8B30-E653-41E3-BCDE-D087AF3F3AA5}" dt="2026-07-13T19:53:58.248" v="1455" actId="1036"/>
      <pc:docMkLst>
        <pc:docMk/>
      </pc:docMkLst>
      <pc:sldChg chg="addSp delSp modSp mod">
        <pc:chgData name="Ivan V Pechenezhskiy" userId="05151ae6-aff0-4c3b-afef-5d8361ad9277" providerId="ADAL" clId="{497C8B30-E653-41E3-BCDE-D087AF3F3AA5}" dt="2026-07-13T19:53:58.248" v="1455" actId="1036"/>
        <pc:sldMkLst>
          <pc:docMk/>
          <pc:sldMk cId="0" sldId="256"/>
        </pc:sldMkLst>
        <pc:spChg chg="mod">
          <ac:chgData name="Ivan V Pechenezhskiy" userId="05151ae6-aff0-4c3b-afef-5d8361ad9277" providerId="ADAL" clId="{497C8B30-E653-41E3-BCDE-D087AF3F3AA5}" dt="2026-07-13T19:51:27.501" v="1435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9:12.654" v="1196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6:33.248" v="1006" actId="14100"/>
          <ac:spMkLst>
            <pc:docMk/>
            <pc:sldMk cId="0" sldId="256"/>
            <ac:spMk id="4" creationId="{00000000-0000-0000-0000-000000000000}"/>
          </ac:spMkLst>
        </pc:spChg>
        <pc:spChg chg="add mod">
          <ac:chgData name="Ivan V Pechenezhskiy" userId="05151ae6-aff0-4c3b-afef-5d8361ad9277" providerId="ADAL" clId="{497C8B30-E653-41E3-BCDE-D087AF3F3AA5}" dt="2026-07-13T19:44:49.304" v="1394" actId="1038"/>
          <ac:spMkLst>
            <pc:docMk/>
            <pc:sldMk cId="0" sldId="256"/>
            <ac:spMk id="5" creationId="{861B304F-CDFB-F0E7-2356-7002C1F7EFCF}"/>
          </ac:spMkLst>
        </pc:spChg>
        <pc:spChg chg="add mod">
          <ac:chgData name="Ivan V Pechenezhskiy" userId="05151ae6-aff0-4c3b-afef-5d8361ad9277" providerId="ADAL" clId="{497C8B30-E653-41E3-BCDE-D087AF3F3AA5}" dt="2026-07-13T19:44:49.304" v="1394" actId="1038"/>
          <ac:spMkLst>
            <pc:docMk/>
            <pc:sldMk cId="0" sldId="256"/>
            <ac:spMk id="6" creationId="{66E15EAB-571C-126F-B82F-AC7FEC60EA58}"/>
          </ac:spMkLst>
        </pc:spChg>
        <pc:spChg chg="add mod">
          <ac:chgData name="Ivan V Pechenezhskiy" userId="05151ae6-aff0-4c3b-afef-5d8361ad9277" providerId="ADAL" clId="{497C8B30-E653-41E3-BCDE-D087AF3F3AA5}" dt="2026-07-13T19:44:49.304" v="1394" actId="1038"/>
          <ac:spMkLst>
            <pc:docMk/>
            <pc:sldMk cId="0" sldId="256"/>
            <ac:spMk id="9" creationId="{D476E1E8-7006-54A9-0E63-5419CD305215}"/>
          </ac:spMkLst>
        </pc:spChg>
        <pc:spChg chg="add mod">
          <ac:chgData name="Ivan V Pechenezhskiy" userId="05151ae6-aff0-4c3b-afef-5d8361ad9277" providerId="ADAL" clId="{497C8B30-E653-41E3-BCDE-D087AF3F3AA5}" dt="2026-07-13T19:44:49.304" v="1394" actId="1038"/>
          <ac:spMkLst>
            <pc:docMk/>
            <pc:sldMk cId="0" sldId="256"/>
            <ac:spMk id="12" creationId="{29C73919-C3A8-DF81-4156-24C90EA34F46}"/>
          </ac:spMkLst>
        </pc:spChg>
        <pc:spChg chg="add mod">
          <ac:chgData name="Ivan V Pechenezhskiy" userId="05151ae6-aff0-4c3b-afef-5d8361ad9277" providerId="ADAL" clId="{497C8B30-E653-41E3-BCDE-D087AF3F3AA5}" dt="2026-07-13T19:44:55.756" v="1396" actId="1035"/>
          <ac:spMkLst>
            <pc:docMk/>
            <pc:sldMk cId="0" sldId="256"/>
            <ac:spMk id="13" creationId="{459E6D6A-A2CD-8561-1D60-555FEE11509D}"/>
          </ac:spMkLst>
        </pc:spChg>
        <pc:spChg chg="add mod">
          <ac:chgData name="Ivan V Pechenezhskiy" userId="05151ae6-aff0-4c3b-afef-5d8361ad9277" providerId="ADAL" clId="{497C8B30-E653-41E3-BCDE-D087AF3F3AA5}" dt="2026-07-13T19:45:01.020" v="1398" actId="1035"/>
          <ac:spMkLst>
            <pc:docMk/>
            <pc:sldMk cId="0" sldId="256"/>
            <ac:spMk id="14" creationId="{B742671C-DFED-3098-26DA-76095DFA27FC}"/>
          </ac:spMkLst>
        </pc:spChg>
        <pc:spChg chg="mod">
          <ac:chgData name="Ivan V Pechenezhskiy" userId="05151ae6-aff0-4c3b-afef-5d8361ad9277" providerId="ADAL" clId="{497C8B30-E653-41E3-BCDE-D087AF3F3AA5}" dt="2026-07-08T03:49:20.999" v="1229" actId="1038"/>
          <ac:spMkLst>
            <pc:docMk/>
            <pc:sldMk cId="0" sldId="256"/>
            <ac:spMk id="16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9:20.999" v="1229" actId="1038"/>
          <ac:spMkLst>
            <pc:docMk/>
            <pc:sldMk cId="0" sldId="256"/>
            <ac:spMk id="17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9:20.999" v="1229" actId="1038"/>
          <ac:spMkLst>
            <pc:docMk/>
            <pc:sldMk cId="0" sldId="256"/>
            <ac:spMk id="18" creationId="{00000000-0000-0000-0000-000000000000}"/>
          </ac:spMkLst>
        </pc:spChg>
        <pc:spChg chg="mod ord">
          <ac:chgData name="Ivan V Pechenezhskiy" userId="05151ae6-aff0-4c3b-afef-5d8361ad9277" providerId="ADAL" clId="{497C8B30-E653-41E3-BCDE-D087AF3F3AA5}" dt="2026-07-13T19:41:59.253" v="1363" actId="171"/>
          <ac:spMkLst>
            <pc:docMk/>
            <pc:sldMk cId="0" sldId="256"/>
            <ac:spMk id="19" creationId="{00000000-0000-0000-0000-000000000000}"/>
          </ac:spMkLst>
        </pc:spChg>
        <pc:spChg chg="mod ord">
          <ac:chgData name="Ivan V Pechenezhskiy" userId="05151ae6-aff0-4c3b-afef-5d8361ad9277" providerId="ADAL" clId="{497C8B30-E653-41E3-BCDE-D087AF3F3AA5}" dt="2026-07-13T19:43:45.959" v="1375" actId="166"/>
          <ac:spMkLst>
            <pc:docMk/>
            <pc:sldMk cId="0" sldId="256"/>
            <ac:spMk id="21" creationId="{00000000-0000-0000-0000-000000000000}"/>
          </ac:spMkLst>
        </pc:spChg>
        <pc:spChg chg="mod ord">
          <ac:chgData name="Ivan V Pechenezhskiy" userId="05151ae6-aff0-4c3b-afef-5d8361ad9277" providerId="ADAL" clId="{497C8B30-E653-41E3-BCDE-D087AF3F3AA5}" dt="2026-07-13T19:43:45.959" v="1375" actId="166"/>
          <ac:spMkLst>
            <pc:docMk/>
            <pc:sldMk cId="0" sldId="256"/>
            <ac:spMk id="22" creationId="{00000000-0000-0000-0000-000000000000}"/>
          </ac:spMkLst>
        </pc:spChg>
        <pc:spChg chg="mod ord">
          <ac:chgData name="Ivan V Pechenezhskiy" userId="05151ae6-aff0-4c3b-afef-5d8361ad9277" providerId="ADAL" clId="{497C8B30-E653-41E3-BCDE-D087AF3F3AA5}" dt="2026-07-13T19:43:54.559" v="1376" actId="166"/>
          <ac:spMkLst>
            <pc:docMk/>
            <pc:sldMk cId="0" sldId="256"/>
            <ac:spMk id="23" creationId="{00000000-0000-0000-0000-000000000000}"/>
          </ac:spMkLst>
        </pc:spChg>
        <pc:spChg chg="mod ord">
          <ac:chgData name="Ivan V Pechenezhskiy" userId="05151ae6-aff0-4c3b-afef-5d8361ad9277" providerId="ADAL" clId="{497C8B30-E653-41E3-BCDE-D087AF3F3AA5}" dt="2026-07-13T19:43:59.411" v="1377" actId="166"/>
          <ac:spMkLst>
            <pc:docMk/>
            <pc:sldMk cId="0" sldId="256"/>
            <ac:spMk id="24" creationId="{00000000-0000-0000-0000-000000000000}"/>
          </ac:spMkLst>
        </pc:spChg>
        <pc:spChg chg="mod ord">
          <ac:chgData name="Ivan V Pechenezhskiy" userId="05151ae6-aff0-4c3b-afef-5d8361ad9277" providerId="ADAL" clId="{497C8B30-E653-41E3-BCDE-D087AF3F3AA5}" dt="2026-07-13T19:53:52.493" v="1454" actId="1036"/>
          <ac:spMkLst>
            <pc:docMk/>
            <pc:sldMk cId="0" sldId="256"/>
            <ac:spMk id="25" creationId="{00000000-0000-0000-0000-000000000000}"/>
          </ac:spMkLst>
        </pc:spChg>
        <pc:spChg chg="mod ord">
          <ac:chgData name="Ivan V Pechenezhskiy" userId="05151ae6-aff0-4c3b-afef-5d8361ad9277" providerId="ADAL" clId="{497C8B30-E653-41E3-BCDE-D087AF3F3AA5}" dt="2026-07-13T19:43:45.959" v="1375" actId="166"/>
          <ac:spMkLst>
            <pc:docMk/>
            <pc:sldMk cId="0" sldId="256"/>
            <ac:spMk id="26" creationId="{00000000-0000-0000-0000-000000000000}"/>
          </ac:spMkLst>
        </pc:spChg>
        <pc:spChg chg="mod ord">
          <ac:chgData name="Ivan V Pechenezhskiy" userId="05151ae6-aff0-4c3b-afef-5d8361ad9277" providerId="ADAL" clId="{497C8B30-E653-41E3-BCDE-D087AF3F3AA5}" dt="2026-07-13T19:43:45.959" v="1375" actId="166"/>
          <ac:spMkLst>
            <pc:docMk/>
            <pc:sldMk cId="0" sldId="256"/>
            <ac:spMk id="27" creationId="{00000000-0000-0000-0000-000000000000}"/>
          </ac:spMkLst>
        </pc:spChg>
        <pc:spChg chg="mod ord">
          <ac:chgData name="Ivan V Pechenezhskiy" userId="05151ae6-aff0-4c3b-afef-5d8361ad9277" providerId="ADAL" clId="{497C8B30-E653-41E3-BCDE-D087AF3F3AA5}" dt="2026-07-13T19:43:45.959" v="1375" actId="166"/>
          <ac:spMkLst>
            <pc:docMk/>
            <pc:sldMk cId="0" sldId="256"/>
            <ac:spMk id="28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13T19:49:44.769" v="1419" actId="255"/>
          <ac:spMkLst>
            <pc:docMk/>
            <pc:sldMk cId="0" sldId="256"/>
            <ac:spMk id="30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13T19:53:34.304" v="1446" actId="1037"/>
          <ac:spMkLst>
            <pc:docMk/>
            <pc:sldMk cId="0" sldId="256"/>
            <ac:spMk id="31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13T19:51:22.207" v="1434" actId="255"/>
          <ac:spMkLst>
            <pc:docMk/>
            <pc:sldMk cId="0" sldId="256"/>
            <ac:spMk id="32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13T19:49:53.512" v="1421" actId="255"/>
          <ac:spMkLst>
            <pc:docMk/>
            <pc:sldMk cId="0" sldId="256"/>
            <ac:spMk id="33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13T19:51:05.545" v="1432" actId="255"/>
          <ac:spMkLst>
            <pc:docMk/>
            <pc:sldMk cId="0" sldId="256"/>
            <ac:spMk id="34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13T19:51:32.774" v="1436" actId="255"/>
          <ac:spMkLst>
            <pc:docMk/>
            <pc:sldMk cId="0" sldId="256"/>
            <ac:spMk id="35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13T19:50:14.465" v="1424" actId="255"/>
          <ac:spMkLst>
            <pc:docMk/>
            <pc:sldMk cId="0" sldId="256"/>
            <ac:spMk id="36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13T19:53:58.248" v="1455" actId="1036"/>
          <ac:spMkLst>
            <pc:docMk/>
            <pc:sldMk cId="0" sldId="256"/>
            <ac:spMk id="37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13T19:50:23.518" v="1426" actId="255"/>
          <ac:spMkLst>
            <pc:docMk/>
            <pc:sldMk cId="0" sldId="256"/>
            <ac:spMk id="38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13T19:50:41.173" v="1428" actId="255"/>
          <ac:spMkLst>
            <pc:docMk/>
            <pc:sldMk cId="0" sldId="256"/>
            <ac:spMk id="40" creationId="{00000000-0000-0000-0000-000000000000}"/>
          </ac:spMkLst>
        </pc:spChg>
        <pc:spChg chg="mod ord">
          <ac:chgData name="Ivan V Pechenezhskiy" userId="05151ae6-aff0-4c3b-afef-5d8361ad9277" providerId="ADAL" clId="{497C8B30-E653-41E3-BCDE-D087AF3F3AA5}" dt="2026-07-13T19:52:18.078" v="1438" actId="255"/>
          <ac:spMkLst>
            <pc:docMk/>
            <pc:sldMk cId="0" sldId="256"/>
            <ac:spMk id="41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6:47.695" v="1024" actId="1035"/>
          <ac:spMkLst>
            <pc:docMk/>
            <pc:sldMk cId="0" sldId="256"/>
            <ac:spMk id="42" creationId="{00000000-0000-0000-0000-000000000000}"/>
          </ac:spMkLst>
        </pc:spChg>
        <pc:spChg chg="add mod ord">
          <ac:chgData name="Ivan V Pechenezhskiy" userId="05151ae6-aff0-4c3b-afef-5d8361ad9277" providerId="ADAL" clId="{497C8B30-E653-41E3-BCDE-D087AF3F3AA5}" dt="2026-07-13T19:52:08.602" v="1437" actId="255"/>
          <ac:spMkLst>
            <pc:docMk/>
            <pc:sldMk cId="0" sldId="256"/>
            <ac:spMk id="48" creationId="{3E69DFA5-A952-2AED-56C9-016D15023DBB}"/>
          </ac:spMkLst>
        </pc:spChg>
        <pc:spChg chg="add 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52" creationId="{3A060945-B423-AC90-DEEA-8E6E4B717375}"/>
          </ac:spMkLst>
        </pc:spChg>
        <pc:spChg chg="add mod">
          <ac:chgData name="Ivan V Pechenezhskiy" userId="05151ae6-aff0-4c3b-afef-5d8361ad9277" providerId="ADAL" clId="{497C8B30-E653-41E3-BCDE-D087AF3F3AA5}" dt="2026-07-13T19:44:49.304" v="1394" actId="1038"/>
          <ac:spMkLst>
            <pc:docMk/>
            <pc:sldMk cId="0" sldId="256"/>
            <ac:spMk id="53" creationId="{9C4089C5-22FE-3D9C-27E7-E3C51D1874FE}"/>
          </ac:spMkLst>
        </pc:spChg>
        <pc:spChg chg="add mod ord">
          <ac:chgData name="Ivan V Pechenezhskiy" userId="05151ae6-aff0-4c3b-afef-5d8361ad9277" providerId="ADAL" clId="{497C8B30-E653-41E3-BCDE-D087AF3F3AA5}" dt="2026-07-13T19:41:13.874" v="1352" actId="171"/>
          <ac:spMkLst>
            <pc:docMk/>
            <pc:sldMk cId="0" sldId="256"/>
            <ac:spMk id="54" creationId="{65398C4F-EB0B-354D-1D29-34208C115C7C}"/>
          </ac:spMkLst>
        </pc:spChg>
        <pc:spChg chg="add mod">
          <ac:chgData name="Ivan V Pechenezhskiy" userId="05151ae6-aff0-4c3b-afef-5d8361ad9277" providerId="ADAL" clId="{497C8B30-E653-41E3-BCDE-D087AF3F3AA5}" dt="2026-07-13T19:44:49.304" v="1394" actId="1038"/>
          <ac:spMkLst>
            <pc:docMk/>
            <pc:sldMk cId="0" sldId="256"/>
            <ac:spMk id="55" creationId="{7A366CA6-7374-5992-9EFF-A5D9EA455F68}"/>
          </ac:spMkLst>
        </pc:spChg>
        <pc:spChg chg="add mod">
          <ac:chgData name="Ivan V Pechenezhskiy" userId="05151ae6-aff0-4c3b-afef-5d8361ad9277" providerId="ADAL" clId="{497C8B30-E653-41E3-BCDE-D087AF3F3AA5}" dt="2026-07-13T19:45:05.149" v="1405" actId="1035"/>
          <ac:spMkLst>
            <pc:docMk/>
            <pc:sldMk cId="0" sldId="256"/>
            <ac:spMk id="56" creationId="{3B776951-7B78-9B27-6D00-28786E53CCA7}"/>
          </ac:spMkLst>
        </pc:spChg>
        <pc:spChg chg="add mod">
          <ac:chgData name="Ivan V Pechenezhskiy" userId="05151ae6-aff0-4c3b-afef-5d8361ad9277" providerId="ADAL" clId="{497C8B30-E653-41E3-BCDE-D087AF3F3AA5}" dt="2026-07-13T19:44:49.304" v="1394" actId="1038"/>
          <ac:spMkLst>
            <pc:docMk/>
            <pc:sldMk cId="0" sldId="256"/>
            <ac:spMk id="57" creationId="{DFE149B0-7914-9776-C40E-B06E1741D9B6}"/>
          </ac:spMkLst>
        </pc:spChg>
        <pc:cxnChg chg="mod ord">
          <ac:chgData name="Ivan V Pechenezhskiy" userId="05151ae6-aff0-4c3b-afef-5d8361ad9277" providerId="ADAL" clId="{497C8B30-E653-41E3-BCDE-D087AF3F3AA5}" dt="2026-07-13T19:42:13.585" v="1365" actId="166"/>
          <ac:cxnSpMkLst>
            <pc:docMk/>
            <pc:sldMk cId="0" sldId="256"/>
            <ac:cxnSpMk id="7" creationId="{00000000-0000-0000-0000-000000000000}"/>
          </ac:cxnSpMkLst>
        </pc:cxnChg>
        <pc:cxnChg chg="mod ord">
          <ac:chgData name="Ivan V Pechenezhskiy" userId="05151ae6-aff0-4c3b-afef-5d8361ad9277" providerId="ADAL" clId="{497C8B30-E653-41E3-BCDE-D087AF3F3AA5}" dt="2026-07-13T19:42:08.638" v="1364" actId="166"/>
          <ac:cxnSpMkLst>
            <pc:docMk/>
            <pc:sldMk cId="0" sldId="256"/>
            <ac:cxnSpMk id="8" creationId="{00000000-0000-0000-0000-000000000000}"/>
          </ac:cxnSpMkLst>
        </pc:cxnChg>
        <pc:cxnChg chg="mod">
          <ac:chgData name="Ivan V Pechenezhskiy" userId="05151ae6-aff0-4c3b-afef-5d8361ad9277" providerId="ADAL" clId="{497C8B30-E653-41E3-BCDE-D087AF3F3AA5}" dt="2026-07-08T03:49:20.999" v="1229" actId="1038"/>
          <ac:cxnSpMkLst>
            <pc:docMk/>
            <pc:sldMk cId="0" sldId="256"/>
            <ac:cxnSpMk id="10" creationId="{00000000-0000-0000-0000-000000000000}"/>
          </ac:cxnSpMkLst>
        </pc:cxnChg>
        <pc:cxnChg chg="mod ord">
          <ac:chgData name="Ivan V Pechenezhskiy" userId="05151ae6-aff0-4c3b-afef-5d8361ad9277" providerId="ADAL" clId="{497C8B30-E653-41E3-BCDE-D087AF3F3AA5}" dt="2026-07-13T19:42:28.097" v="1366" actId="166"/>
          <ac:cxnSpMkLst>
            <pc:docMk/>
            <pc:sldMk cId="0" sldId="256"/>
            <ac:cxnSpMk id="11" creationId="{00000000-0000-0000-0000-000000000000}"/>
          </ac:cxnSpMkLst>
        </pc:cxnChg>
        <pc:cxnChg chg="add mod">
          <ac:chgData name="Ivan V Pechenezhskiy" userId="05151ae6-aff0-4c3b-afef-5d8361ad9277" providerId="ADAL" clId="{497C8B30-E653-41E3-BCDE-D087AF3F3AA5}" dt="2026-07-08T03:50:23.118" v="1245" actId="1037"/>
          <ac:cxnSpMkLst>
            <pc:docMk/>
            <pc:sldMk cId="0" sldId="256"/>
            <ac:cxnSpMk id="50" creationId="{6E813ABB-43EE-8E2A-E3B4-6EC613F05C10}"/>
          </ac:cxnSpMkLst>
        </pc:cxnChg>
        <pc:cxnChg chg="add mod">
          <ac:chgData name="Ivan V Pechenezhskiy" userId="05151ae6-aff0-4c3b-afef-5d8361ad9277" providerId="ADAL" clId="{497C8B30-E653-41E3-BCDE-D087AF3F3AA5}" dt="2026-07-08T03:50:23.118" v="1245" actId="1037"/>
          <ac:cxnSpMkLst>
            <pc:docMk/>
            <pc:sldMk cId="0" sldId="256"/>
            <ac:cxnSpMk id="51" creationId="{6B5EC015-9D1E-2F78-F5D5-C78A4C5297B8}"/>
          </ac:cxnSpMkLst>
        </pc:cxnChg>
      </pc:sldChg>
      <pc:sldMasterChg chg="modSp modSldLayout">
        <pc:chgData name="Ivan V Pechenezhskiy" userId="05151ae6-aff0-4c3b-afef-5d8361ad9277" providerId="ADAL" clId="{497C8B30-E653-41E3-BCDE-D087AF3F3AA5}" dt="2026-07-08T03:45:56.017" v="1068"/>
        <pc:sldMasterMkLst>
          <pc:docMk/>
          <pc:sldMasterMk cId="2209977519" sldId="2147483648"/>
        </pc:sldMasterMkLst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2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3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4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5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6" creationId="{00000000-0000-0000-0000-000000000000}"/>
          </ac:spMkLst>
        </pc:sp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3168075583" sldId="2147483649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168075583" sldId="2147483649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168075583" sldId="2147483649"/>
              <ac:spMk id="3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960648375" sldId="2147483651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60648375" sldId="2147483651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60648375" sldId="2147483651"/>
              <ac:spMk id="3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2782244947" sldId="2147483652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2782244947" sldId="2147483652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2782244947" sldId="2147483652"/>
              <ac:spMk id="4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990158736" sldId="2147483653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4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5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6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1840726560" sldId="2147483656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1840726560" sldId="2147483656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1840726560" sldId="2147483656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1840726560" sldId="2147483656"/>
              <ac:spMk id="4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3889236939" sldId="2147483657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889236939" sldId="2147483657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889236939" sldId="2147483657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889236939" sldId="2147483657"/>
              <ac:spMk id="4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3612223792" sldId="2147483659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612223792" sldId="2147483659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612223792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73EDD-C250-4B95-9196-DEA1E9C34B38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635250" y="1143000"/>
            <a:ext cx="1587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297262-8712-477A-8A3E-4470E3F11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655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635250" y="1143000"/>
            <a:ext cx="1587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297262-8712-477A-8A3E-4470E3F11A9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77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9893" y="1677794"/>
            <a:ext cx="11218653" cy="11577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79774" y="3060530"/>
            <a:ext cx="9238890" cy="138023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2598" y="3470608"/>
            <a:ext cx="11218653" cy="107268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2598" y="2289154"/>
            <a:ext cx="11218653" cy="118145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9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8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8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7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7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6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9934" y="1260226"/>
            <a:ext cx="5829300" cy="356436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09208" y="1260226"/>
            <a:ext cx="5829300" cy="356436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9920" y="1208961"/>
            <a:ext cx="5831592" cy="5038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95" indent="0">
              <a:buNone/>
              <a:defRPr sz="2000" b="1"/>
            </a:lvl2pPr>
            <a:lvl3pPr marL="914390" indent="0">
              <a:buNone/>
              <a:defRPr sz="1800" b="1"/>
            </a:lvl3pPr>
            <a:lvl4pPr marL="1371585" indent="0">
              <a:buNone/>
              <a:defRPr sz="1600" b="1"/>
            </a:lvl4pPr>
            <a:lvl5pPr marL="1828781" indent="0">
              <a:buNone/>
              <a:defRPr sz="1600" b="1"/>
            </a:lvl5pPr>
            <a:lvl6pPr marL="2285975" indent="0">
              <a:buNone/>
              <a:defRPr sz="1600" b="1"/>
            </a:lvl6pPr>
            <a:lvl7pPr marL="2743171" indent="0">
              <a:buNone/>
              <a:defRPr sz="1600" b="1"/>
            </a:lvl7pPr>
            <a:lvl8pPr marL="3200366" indent="0">
              <a:buNone/>
              <a:defRPr sz="1600" b="1"/>
            </a:lvl8pPr>
            <a:lvl9pPr marL="365756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9920" y="1712804"/>
            <a:ext cx="5831592" cy="31117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704621" y="1208961"/>
            <a:ext cx="5833883" cy="5038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95" indent="0">
              <a:buNone/>
              <a:defRPr sz="2000" b="1"/>
            </a:lvl2pPr>
            <a:lvl3pPr marL="914390" indent="0">
              <a:buNone/>
              <a:defRPr sz="1800" b="1"/>
            </a:lvl3pPr>
            <a:lvl4pPr marL="1371585" indent="0">
              <a:buNone/>
              <a:defRPr sz="1600" b="1"/>
            </a:lvl4pPr>
            <a:lvl5pPr marL="1828781" indent="0">
              <a:buNone/>
              <a:defRPr sz="1600" b="1"/>
            </a:lvl5pPr>
            <a:lvl6pPr marL="2285975" indent="0">
              <a:buNone/>
              <a:defRPr sz="1600" b="1"/>
            </a:lvl6pPr>
            <a:lvl7pPr marL="2743171" indent="0">
              <a:buNone/>
              <a:defRPr sz="1600" b="1"/>
            </a:lvl7pPr>
            <a:lvl8pPr marL="3200366" indent="0">
              <a:buNone/>
              <a:defRPr sz="1600" b="1"/>
            </a:lvl8pPr>
            <a:lvl9pPr marL="365756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704621" y="1712804"/>
            <a:ext cx="5833883" cy="31117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9926" y="215039"/>
            <a:ext cx="4342187" cy="91515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60220" y="215041"/>
            <a:ext cx="7378281" cy="460954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9926" y="1130202"/>
            <a:ext cx="4342187" cy="3694387"/>
          </a:xfrm>
        </p:spPr>
        <p:txBody>
          <a:bodyPr/>
          <a:lstStyle>
            <a:lvl1pPr marL="0" indent="0">
              <a:buNone/>
              <a:defRPr sz="1400"/>
            </a:lvl1pPr>
            <a:lvl2pPr marL="457195" indent="0">
              <a:buNone/>
              <a:defRPr sz="1200"/>
            </a:lvl2pPr>
            <a:lvl3pPr marL="914390" indent="0">
              <a:buNone/>
              <a:defRPr sz="1000"/>
            </a:lvl3pPr>
            <a:lvl4pPr marL="1371585" indent="0">
              <a:buNone/>
              <a:defRPr sz="900"/>
            </a:lvl4pPr>
            <a:lvl5pPr marL="1828781" indent="0">
              <a:buNone/>
              <a:defRPr sz="900"/>
            </a:lvl5pPr>
            <a:lvl6pPr marL="2285975" indent="0">
              <a:buNone/>
              <a:defRPr sz="900"/>
            </a:lvl6pPr>
            <a:lvl7pPr marL="2743171" indent="0">
              <a:buNone/>
              <a:defRPr sz="900"/>
            </a:lvl7pPr>
            <a:lvl8pPr marL="3200366" indent="0">
              <a:buNone/>
              <a:defRPr sz="900"/>
            </a:lvl8pPr>
            <a:lvl9pPr marL="3657561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6982" y="3780655"/>
            <a:ext cx="7919048" cy="44632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86982" y="482590"/>
            <a:ext cx="7919048" cy="3240559"/>
          </a:xfrm>
        </p:spPr>
        <p:txBody>
          <a:bodyPr/>
          <a:lstStyle>
            <a:lvl1pPr marL="0" indent="0">
              <a:buNone/>
              <a:defRPr sz="3200"/>
            </a:lvl1pPr>
            <a:lvl2pPr marL="457195" indent="0">
              <a:buNone/>
              <a:defRPr sz="2800"/>
            </a:lvl2pPr>
            <a:lvl3pPr marL="914390" indent="0">
              <a:buNone/>
              <a:defRPr sz="2400"/>
            </a:lvl3pPr>
            <a:lvl4pPr marL="1371585" indent="0">
              <a:buNone/>
              <a:defRPr sz="2000"/>
            </a:lvl4pPr>
            <a:lvl5pPr marL="1828781" indent="0">
              <a:buNone/>
              <a:defRPr sz="2000"/>
            </a:lvl5pPr>
            <a:lvl6pPr marL="2285975" indent="0">
              <a:buNone/>
              <a:defRPr sz="2000"/>
            </a:lvl6pPr>
            <a:lvl7pPr marL="2743171" indent="0">
              <a:buNone/>
              <a:defRPr sz="2000"/>
            </a:lvl7pPr>
            <a:lvl8pPr marL="3200366" indent="0">
              <a:buNone/>
              <a:defRPr sz="2000"/>
            </a:lvl8pPr>
            <a:lvl9pPr marL="3657561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6982" y="4226984"/>
            <a:ext cx="7919048" cy="633859"/>
          </a:xfrm>
        </p:spPr>
        <p:txBody>
          <a:bodyPr/>
          <a:lstStyle>
            <a:lvl1pPr marL="0" indent="0">
              <a:buNone/>
              <a:defRPr sz="1400"/>
            </a:lvl1pPr>
            <a:lvl2pPr marL="457195" indent="0">
              <a:buNone/>
              <a:defRPr sz="1200"/>
            </a:lvl2pPr>
            <a:lvl3pPr marL="914390" indent="0">
              <a:buNone/>
              <a:defRPr sz="1000"/>
            </a:lvl3pPr>
            <a:lvl4pPr marL="1371585" indent="0">
              <a:buNone/>
              <a:defRPr sz="900"/>
            </a:lvl4pPr>
            <a:lvl5pPr marL="1828781" indent="0">
              <a:buNone/>
              <a:defRPr sz="900"/>
            </a:lvl5pPr>
            <a:lvl6pPr marL="2285975" indent="0">
              <a:buNone/>
              <a:defRPr sz="900"/>
            </a:lvl6pPr>
            <a:lvl7pPr marL="2743171" indent="0">
              <a:buNone/>
              <a:defRPr sz="900"/>
            </a:lvl7pPr>
            <a:lvl8pPr marL="3200366" indent="0">
              <a:buNone/>
              <a:defRPr sz="900"/>
            </a:lvl8pPr>
            <a:lvl9pPr marL="3657561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68855" y="216298"/>
            <a:ext cx="2969643" cy="46082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9925" y="216298"/>
            <a:ext cx="8688957" cy="46082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9922" y="216293"/>
            <a:ext cx="11878573" cy="9001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9922" y="1260226"/>
            <a:ext cx="11878573" cy="3564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9923" y="5005870"/>
            <a:ext cx="3079630" cy="2875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09470" y="5005870"/>
            <a:ext cx="4179499" cy="2875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58865" y="5005870"/>
            <a:ext cx="3079630" cy="2875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195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7" indent="-342897" algn="l" defTabSz="45719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42" indent="-285747" algn="l" defTabSz="457195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8" indent="-228598" algn="l" defTabSz="457195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83" indent="-228598" algn="l" defTabSz="457195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78" indent="-228598" algn="l" defTabSz="457195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73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69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63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59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5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1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5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1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6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1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65398C4F-EB0B-354D-1D29-34208C115C7C}"/>
              </a:ext>
            </a:extLst>
          </p:cNvPr>
          <p:cNvSpPr/>
          <p:nvPr/>
        </p:nvSpPr>
        <p:spPr>
          <a:xfrm>
            <a:off x="30988" y="1884859"/>
            <a:ext cx="2514600" cy="5617966"/>
          </a:xfrm>
          <a:prstGeom prst="rect">
            <a:avLst/>
          </a:prstGeom>
          <a:noFill/>
          <a:ln w="190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50 K thermal stage fill"/>
          <p:cNvSpPr/>
          <p:nvPr/>
        </p:nvSpPr>
        <p:spPr>
          <a:xfrm>
            <a:off x="129813" y="1960460"/>
            <a:ext cx="2360618" cy="5466616"/>
          </a:xfrm>
          <a:prstGeom prst="rect">
            <a:avLst/>
          </a:prstGeom>
          <a:solidFill>
            <a:srgbClr val="FF808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3 K thermal stage fill"/>
          <p:cNvSpPr/>
          <p:nvPr/>
        </p:nvSpPr>
        <p:spPr>
          <a:xfrm>
            <a:off x="199156" y="3023990"/>
            <a:ext cx="2166723" cy="4294883"/>
          </a:xfrm>
          <a:prstGeom prst="rect">
            <a:avLst/>
          </a:prstGeom>
          <a:solidFill>
            <a:srgbClr val="FFE88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100 mK thermal stage fill"/>
          <p:cNvSpPr/>
          <p:nvPr/>
        </p:nvSpPr>
        <p:spPr>
          <a:xfrm>
            <a:off x="335578" y="4837125"/>
            <a:ext cx="1892808" cy="2190001"/>
          </a:xfrm>
          <a:prstGeom prst="rect">
            <a:avLst/>
          </a:prstGeom>
          <a:solidFill>
            <a:srgbClr val="66C9B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HEMT output bend"/>
          <p:cNvCxnSpPr>
            <a:cxnSpLocks/>
          </p:cNvCxnSpPr>
          <p:nvPr/>
        </p:nvCxnSpPr>
        <p:spPr>
          <a:xfrm flipH="1">
            <a:off x="548789" y="4307535"/>
            <a:ext cx="173390" cy="279227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sp>
        <p:nvSpPr>
          <p:cNvPr id="16" name="wire bond node left"/>
          <p:cNvSpPr/>
          <p:nvPr/>
        </p:nvSpPr>
        <p:spPr>
          <a:xfrm>
            <a:off x="508313" y="4461864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wire bond node center"/>
          <p:cNvSpPr/>
          <p:nvPr/>
        </p:nvSpPr>
        <p:spPr>
          <a:xfrm>
            <a:off x="676755" y="4463692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wire bond node right"/>
          <p:cNvSpPr/>
          <p:nvPr/>
        </p:nvSpPr>
        <p:spPr>
          <a:xfrm>
            <a:off x="859271" y="4466455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300 K label"/>
          <p:cNvSpPr txBox="1"/>
          <p:nvPr/>
        </p:nvSpPr>
        <p:spPr>
          <a:xfrm>
            <a:off x="1094060" y="596731"/>
            <a:ext cx="509755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300</a:t>
            </a:r>
            <a:r>
              <a:rPr lang="en-US" sz="80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700" dirty="0">
                <a:solidFill>
                  <a:srgbClr val="000000"/>
                </a:solidFill>
                <a:latin typeface="Times New Roman"/>
              </a:rPr>
              <a:t>K</a:t>
            </a:r>
          </a:p>
        </p:txBody>
      </p:sp>
      <p:sp>
        <p:nvSpPr>
          <p:cNvPr id="31" name="NARDA label"/>
          <p:cNvSpPr txBox="1"/>
          <p:nvPr/>
        </p:nvSpPr>
        <p:spPr>
          <a:xfrm>
            <a:off x="746375" y="975082"/>
            <a:ext cx="737061" cy="246221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dirty="0">
                <a:solidFill>
                  <a:srgbClr val="000000"/>
                </a:solidFill>
                <a:latin typeface="Times New Roman"/>
              </a:rPr>
              <a:t>+30</a:t>
            </a:r>
            <a:r>
              <a:rPr lang="en-US" sz="80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600" dirty="0">
                <a:solidFill>
                  <a:srgbClr val="000000"/>
                </a:solidFill>
                <a:latin typeface="Times New Roman"/>
              </a:rPr>
              <a:t>dB</a:t>
            </a:r>
          </a:p>
        </p:txBody>
      </p:sp>
      <p:sp>
        <p:nvSpPr>
          <p:cNvPr id="32" name="-50 dB label"/>
          <p:cNvSpPr txBox="1"/>
          <p:nvPr/>
        </p:nvSpPr>
        <p:spPr>
          <a:xfrm rot="16200000">
            <a:off x="1377810" y="1254340"/>
            <a:ext cx="554639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-50</a:t>
            </a:r>
            <a:r>
              <a:rPr lang="en-US" sz="80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650" dirty="0">
                <a:solidFill>
                  <a:srgbClr val="000000"/>
                </a:solidFill>
                <a:latin typeface="Times New Roman"/>
              </a:rPr>
              <a:t>dB</a:t>
            </a:r>
          </a:p>
        </p:txBody>
      </p:sp>
      <p:sp>
        <p:nvSpPr>
          <p:cNvPr id="33" name="50 K label"/>
          <p:cNvSpPr txBox="1"/>
          <p:nvPr/>
        </p:nvSpPr>
        <p:spPr>
          <a:xfrm>
            <a:off x="1203063" y="1969532"/>
            <a:ext cx="400751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50</a:t>
            </a:r>
            <a:r>
              <a:rPr lang="en-US" sz="80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700" dirty="0">
                <a:solidFill>
                  <a:srgbClr val="000000"/>
                </a:solidFill>
                <a:latin typeface="Times New Roman"/>
              </a:rPr>
              <a:t>K</a:t>
            </a:r>
          </a:p>
        </p:txBody>
      </p:sp>
      <p:sp>
        <p:nvSpPr>
          <p:cNvPr id="34" name="-3 dB label"/>
          <p:cNvSpPr txBox="1"/>
          <p:nvPr/>
        </p:nvSpPr>
        <p:spPr>
          <a:xfrm rot="16200000">
            <a:off x="1430710" y="2394285"/>
            <a:ext cx="448841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-3</a:t>
            </a:r>
            <a:r>
              <a:rPr lang="en-US" sz="80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650" dirty="0">
                <a:solidFill>
                  <a:srgbClr val="000000"/>
                </a:solidFill>
                <a:latin typeface="Times New Roman"/>
              </a:rPr>
              <a:t>dB</a:t>
            </a:r>
          </a:p>
        </p:txBody>
      </p:sp>
      <p:sp>
        <p:nvSpPr>
          <p:cNvPr id="35" name="3 K label"/>
          <p:cNvSpPr txBox="1"/>
          <p:nvPr/>
        </p:nvSpPr>
        <p:spPr>
          <a:xfrm>
            <a:off x="1312051" y="3026455"/>
            <a:ext cx="291747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3</a:t>
            </a:r>
            <a:r>
              <a:rPr lang="en-US" sz="80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700" dirty="0">
                <a:solidFill>
                  <a:srgbClr val="000000"/>
                </a:solidFill>
                <a:latin typeface="Times New Roman"/>
              </a:rPr>
              <a:t>K</a:t>
            </a:r>
          </a:p>
        </p:txBody>
      </p:sp>
      <p:sp>
        <p:nvSpPr>
          <p:cNvPr id="36" name="HEMT label"/>
          <p:cNvSpPr txBox="1"/>
          <p:nvPr/>
        </p:nvSpPr>
        <p:spPr>
          <a:xfrm>
            <a:off x="863289" y="3343550"/>
            <a:ext cx="569066" cy="477054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50" dirty="0">
                <a:solidFill>
                  <a:srgbClr val="000000"/>
                </a:solidFill>
                <a:latin typeface="Times New Roman"/>
              </a:rPr>
              <a:t>HEMT</a:t>
            </a:r>
          </a:p>
          <a:p>
            <a:pPr algn="ctr"/>
            <a:r>
              <a:rPr sz="1550" dirty="0">
                <a:solidFill>
                  <a:srgbClr val="000000"/>
                </a:solidFill>
                <a:latin typeface="Times New Roman"/>
              </a:rPr>
              <a:t>+30</a:t>
            </a:r>
            <a:r>
              <a:rPr lang="en-US" sz="80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550" dirty="0">
                <a:solidFill>
                  <a:srgbClr val="000000"/>
                </a:solidFill>
                <a:latin typeface="Times New Roman"/>
              </a:rPr>
              <a:t>dB</a:t>
            </a:r>
          </a:p>
        </p:txBody>
      </p:sp>
      <p:sp>
        <p:nvSpPr>
          <p:cNvPr id="37" name="3 K -20 dB label"/>
          <p:cNvSpPr txBox="1"/>
          <p:nvPr/>
        </p:nvSpPr>
        <p:spPr>
          <a:xfrm rot="16200000">
            <a:off x="1377810" y="3670086"/>
            <a:ext cx="554639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-20</a:t>
            </a:r>
            <a:r>
              <a:rPr lang="en-US" sz="80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650" dirty="0">
                <a:solidFill>
                  <a:srgbClr val="000000"/>
                </a:solidFill>
                <a:latin typeface="Times New Roman"/>
              </a:rPr>
              <a:t>dB</a:t>
            </a:r>
          </a:p>
        </p:txBody>
      </p:sp>
      <p:sp>
        <p:nvSpPr>
          <p:cNvPr id="38" name="100 mK label"/>
          <p:cNvSpPr txBox="1"/>
          <p:nvPr/>
        </p:nvSpPr>
        <p:spPr>
          <a:xfrm>
            <a:off x="993731" y="4824689"/>
            <a:ext cx="679673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100</a:t>
            </a:r>
            <a:r>
              <a:rPr lang="en-US" sz="80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700" dirty="0" err="1">
                <a:solidFill>
                  <a:srgbClr val="000000"/>
                </a:solidFill>
                <a:latin typeface="Times New Roman"/>
              </a:rPr>
              <a:t>mK</a:t>
            </a:r>
            <a:endParaRPr sz="17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100 mK -20 dB label"/>
          <p:cNvSpPr txBox="1"/>
          <p:nvPr/>
        </p:nvSpPr>
        <p:spPr>
          <a:xfrm rot="16200000">
            <a:off x="1382662" y="5265937"/>
            <a:ext cx="554639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-20</a:t>
            </a:r>
            <a:r>
              <a:rPr lang="en-US" sz="80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650" dirty="0">
                <a:solidFill>
                  <a:srgbClr val="000000"/>
                </a:solidFill>
                <a:latin typeface="Times New Roman"/>
              </a:rPr>
              <a:t>dB</a:t>
            </a:r>
          </a:p>
        </p:txBody>
      </p:sp>
      <p:sp>
        <p:nvSpPr>
          <p:cNvPr id="42" name="Cryoperm can label"/>
          <p:cNvSpPr txBox="1"/>
          <p:nvPr/>
        </p:nvSpPr>
        <p:spPr>
          <a:xfrm>
            <a:off x="1291568" y="7085776"/>
            <a:ext cx="1022716" cy="215444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400" dirty="0" err="1">
                <a:solidFill>
                  <a:srgbClr val="000000"/>
                </a:solidFill>
                <a:latin typeface="Times New Roman"/>
              </a:rPr>
              <a:t>Cryoperm</a:t>
            </a:r>
            <a:r>
              <a:rPr lang="en-US" sz="1400" dirty="0">
                <a:solidFill>
                  <a:srgbClr val="000000"/>
                </a:solidFill>
                <a:latin typeface="Times New Roman"/>
              </a:rPr>
              <a:t> can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A060945-B423-AC90-DEEA-8E6E4B717375}"/>
              </a:ext>
            </a:extLst>
          </p:cNvPr>
          <p:cNvSpPr txBox="1"/>
          <p:nvPr/>
        </p:nvSpPr>
        <p:spPr>
          <a:xfrm>
            <a:off x="1020513" y="6719349"/>
            <a:ext cx="1346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0000"/>
                </a:solidFill>
                <a:latin typeface="Times New Roman"/>
              </a:rPr>
              <a:t>Al package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B776951-7B78-9B27-6D00-28786E53CCA7}"/>
              </a:ext>
            </a:extLst>
          </p:cNvPr>
          <p:cNvSpPr txBox="1"/>
          <p:nvPr/>
        </p:nvSpPr>
        <p:spPr>
          <a:xfrm>
            <a:off x="2830269" y="5238136"/>
            <a:ext cx="10313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 err="1">
                <a:solidFill>
                  <a:srgbClr val="000000"/>
                </a:solidFill>
                <a:latin typeface="Times New Roman"/>
              </a:rPr>
              <a:t>Radiall</a:t>
            </a:r>
            <a:endParaRPr lang="en-US" sz="1600" dirty="0">
              <a:solidFill>
                <a:srgbClr val="000000"/>
              </a:solidFill>
              <a:latin typeface="Times New Roman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Times New Roman"/>
              </a:rPr>
              <a:t>switch</a:t>
            </a:r>
            <a:endParaRPr lang="en-US" sz="1600" dirty="0"/>
          </a:p>
        </p:txBody>
      </p:sp>
      <p:sp>
        <p:nvSpPr>
          <p:cNvPr id="5" name="NARDA amplifier triangle">
            <a:extLst>
              <a:ext uri="{FF2B5EF4-FFF2-40B4-BE49-F238E27FC236}">
                <a16:creationId xmlns:a16="http://schemas.microsoft.com/office/drawing/2014/main" id="{861B304F-CDFB-F0E7-2356-7002C1F7EFCF}"/>
              </a:ext>
            </a:extLst>
          </p:cNvPr>
          <p:cNvSpPr/>
          <p:nvPr/>
        </p:nvSpPr>
        <p:spPr>
          <a:xfrm>
            <a:off x="2993907" y="1001142"/>
            <a:ext cx="704088" cy="644652"/>
          </a:xfrm>
          <a:prstGeom prst="triangle">
            <a:avLst/>
          </a:prstGeom>
          <a:solidFill>
            <a:srgbClr val="FF00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50 K attenuator">
            <a:extLst>
              <a:ext uri="{FF2B5EF4-FFF2-40B4-BE49-F238E27FC236}">
                <a16:creationId xmlns:a16="http://schemas.microsoft.com/office/drawing/2014/main" id="{66E15EAB-571C-126F-B82F-AC7FEC60EA58}"/>
              </a:ext>
            </a:extLst>
          </p:cNvPr>
          <p:cNvSpPr/>
          <p:nvPr/>
        </p:nvSpPr>
        <p:spPr>
          <a:xfrm>
            <a:off x="3208791" y="2230921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Eccosorb filter block">
            <a:extLst>
              <a:ext uri="{FF2B5EF4-FFF2-40B4-BE49-F238E27FC236}">
                <a16:creationId xmlns:a16="http://schemas.microsoft.com/office/drawing/2014/main" id="{D476E1E8-7006-54A9-0E63-5419CD305215}"/>
              </a:ext>
            </a:extLst>
          </p:cNvPr>
          <p:cNvSpPr/>
          <p:nvPr/>
        </p:nvSpPr>
        <p:spPr>
          <a:xfrm>
            <a:off x="3206505" y="3470148"/>
            <a:ext cx="278892" cy="603504"/>
          </a:xfrm>
          <a:prstGeom prst="roundRect">
            <a:avLst/>
          </a:prstGeom>
          <a:solidFill>
            <a:srgbClr val="FFCD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Eccosorb label">
            <a:extLst>
              <a:ext uri="{FF2B5EF4-FFF2-40B4-BE49-F238E27FC236}">
                <a16:creationId xmlns:a16="http://schemas.microsoft.com/office/drawing/2014/main" id="{29C73919-C3A8-DF81-4156-24C90EA34F46}"/>
              </a:ext>
            </a:extLst>
          </p:cNvPr>
          <p:cNvSpPr txBox="1"/>
          <p:nvPr/>
        </p:nvSpPr>
        <p:spPr>
          <a:xfrm>
            <a:off x="2806541" y="4093609"/>
            <a:ext cx="1078821" cy="492443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Times New Roman"/>
              </a:rPr>
              <a:t>ECCOSORB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Times New Roman"/>
              </a:rPr>
              <a:t>filter</a:t>
            </a:r>
            <a:endParaRPr sz="16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Eccosorb label">
            <a:extLst>
              <a:ext uri="{FF2B5EF4-FFF2-40B4-BE49-F238E27FC236}">
                <a16:creationId xmlns:a16="http://schemas.microsoft.com/office/drawing/2014/main" id="{459E6D6A-A2CD-8561-1D60-555FEE11509D}"/>
              </a:ext>
            </a:extLst>
          </p:cNvPr>
          <p:cNvSpPr txBox="1"/>
          <p:nvPr/>
        </p:nvSpPr>
        <p:spPr>
          <a:xfrm>
            <a:off x="2933979" y="2847425"/>
            <a:ext cx="823945" cy="246221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Times New Roman"/>
              </a:rPr>
              <a:t>attenuator</a:t>
            </a:r>
            <a:endParaRPr sz="16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Cryoperm can outline"/>
          <p:cNvSpPr/>
          <p:nvPr/>
        </p:nvSpPr>
        <p:spPr>
          <a:xfrm>
            <a:off x="258593" y="4762854"/>
            <a:ext cx="2039363" cy="2330636"/>
          </a:xfrm>
          <a:prstGeom prst="rect">
            <a:avLst/>
          </a:prstGeom>
          <a:noFill/>
          <a:ln w="38100">
            <a:solidFill>
              <a:srgbClr val="F5A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Eccosorb label">
            <a:extLst>
              <a:ext uri="{FF2B5EF4-FFF2-40B4-BE49-F238E27FC236}">
                <a16:creationId xmlns:a16="http://schemas.microsoft.com/office/drawing/2014/main" id="{B742671C-DFED-3098-26DA-76095DFA27FC}"/>
              </a:ext>
            </a:extLst>
          </p:cNvPr>
          <p:cNvSpPr txBox="1"/>
          <p:nvPr/>
        </p:nvSpPr>
        <p:spPr>
          <a:xfrm>
            <a:off x="2967643" y="1666031"/>
            <a:ext cx="756618" cy="246221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Times New Roman"/>
              </a:rPr>
              <a:t>amplifier</a:t>
            </a:r>
            <a:endParaRPr sz="1600" dirty="0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50" name="output coax vertical">
            <a:extLst>
              <a:ext uri="{FF2B5EF4-FFF2-40B4-BE49-F238E27FC236}">
                <a16:creationId xmlns:a16="http://schemas.microsoft.com/office/drawing/2014/main" id="{6E813ABB-43EE-8E2A-E3B4-6EC613F05C10}"/>
              </a:ext>
            </a:extLst>
          </p:cNvPr>
          <p:cNvCxnSpPr>
            <a:cxnSpLocks/>
          </p:cNvCxnSpPr>
          <p:nvPr/>
        </p:nvCxnSpPr>
        <p:spPr>
          <a:xfrm flipH="1">
            <a:off x="3310388" y="4762854"/>
            <a:ext cx="2807" cy="168033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cxnSp>
        <p:nvCxnSpPr>
          <p:cNvPr id="51" name="HEMT output bend">
            <a:extLst>
              <a:ext uri="{FF2B5EF4-FFF2-40B4-BE49-F238E27FC236}">
                <a16:creationId xmlns:a16="http://schemas.microsoft.com/office/drawing/2014/main" id="{6B5EC015-9D1E-2F78-F5D5-C78A4C5297B8}"/>
              </a:ext>
            </a:extLst>
          </p:cNvPr>
          <p:cNvCxnSpPr>
            <a:cxnSpLocks/>
          </p:cNvCxnSpPr>
          <p:nvPr/>
        </p:nvCxnSpPr>
        <p:spPr>
          <a:xfrm flipH="1">
            <a:off x="3139795" y="4917135"/>
            <a:ext cx="173390" cy="279227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sp>
        <p:nvSpPr>
          <p:cNvPr id="53" name="wire bond node left">
            <a:extLst>
              <a:ext uri="{FF2B5EF4-FFF2-40B4-BE49-F238E27FC236}">
                <a16:creationId xmlns:a16="http://schemas.microsoft.com/office/drawing/2014/main" id="{9C4089C5-22FE-3D9C-27E7-E3C51D1874FE}"/>
              </a:ext>
            </a:extLst>
          </p:cNvPr>
          <p:cNvSpPr/>
          <p:nvPr/>
        </p:nvSpPr>
        <p:spPr>
          <a:xfrm>
            <a:off x="3099319" y="5071464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wire bond node center">
            <a:extLst>
              <a:ext uri="{FF2B5EF4-FFF2-40B4-BE49-F238E27FC236}">
                <a16:creationId xmlns:a16="http://schemas.microsoft.com/office/drawing/2014/main" id="{7A366CA6-7374-5992-9EFF-A5D9EA455F68}"/>
              </a:ext>
            </a:extLst>
          </p:cNvPr>
          <p:cNvSpPr/>
          <p:nvPr/>
        </p:nvSpPr>
        <p:spPr>
          <a:xfrm>
            <a:off x="3267761" y="5073292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wire bond node right">
            <a:extLst>
              <a:ext uri="{FF2B5EF4-FFF2-40B4-BE49-F238E27FC236}">
                <a16:creationId xmlns:a16="http://schemas.microsoft.com/office/drawing/2014/main" id="{DFE149B0-7914-9776-C40E-B06E1741D9B6}"/>
              </a:ext>
            </a:extLst>
          </p:cNvPr>
          <p:cNvSpPr/>
          <p:nvPr/>
        </p:nvSpPr>
        <p:spPr>
          <a:xfrm>
            <a:off x="3450277" y="5076055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input coax vertical"/>
          <p:cNvCxnSpPr>
            <a:cxnSpLocks/>
          </p:cNvCxnSpPr>
          <p:nvPr/>
        </p:nvCxnSpPr>
        <p:spPr>
          <a:xfrm>
            <a:off x="1953979" y="187632"/>
            <a:ext cx="0" cy="5893829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cxnSp>
        <p:nvCxnSpPr>
          <p:cNvPr id="7" name="output coax vertical"/>
          <p:cNvCxnSpPr>
            <a:cxnSpLocks/>
          </p:cNvCxnSpPr>
          <p:nvPr/>
        </p:nvCxnSpPr>
        <p:spPr>
          <a:xfrm flipH="1">
            <a:off x="719382" y="192250"/>
            <a:ext cx="2807" cy="4129037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cxnSp>
        <p:nvCxnSpPr>
          <p:cNvPr id="11" name="filter coax vertical"/>
          <p:cNvCxnSpPr/>
          <p:nvPr/>
        </p:nvCxnSpPr>
        <p:spPr>
          <a:xfrm>
            <a:off x="564686" y="4562785"/>
            <a:ext cx="0" cy="1504188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sp>
        <p:nvSpPr>
          <p:cNvPr id="21" name="NARDA amplifier triangle"/>
          <p:cNvSpPr/>
          <p:nvPr/>
        </p:nvSpPr>
        <p:spPr>
          <a:xfrm>
            <a:off x="367328" y="1025863"/>
            <a:ext cx="704088" cy="644652"/>
          </a:xfrm>
          <a:prstGeom prst="triangle">
            <a:avLst/>
          </a:prstGeom>
          <a:solidFill>
            <a:srgbClr val="FF00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HEMT amplifier triangle"/>
          <p:cNvSpPr/>
          <p:nvPr/>
        </p:nvSpPr>
        <p:spPr>
          <a:xfrm>
            <a:off x="367328" y="3491413"/>
            <a:ext cx="704088" cy="644652"/>
          </a:xfrm>
          <a:prstGeom prst="triangle">
            <a:avLst/>
          </a:prstGeom>
          <a:solidFill>
            <a:srgbClr val="FF00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100 mK attenuator"/>
          <p:cNvSpPr/>
          <p:nvPr/>
        </p:nvSpPr>
        <p:spPr>
          <a:xfrm>
            <a:off x="1821391" y="5083739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Eccosorb filter block"/>
          <p:cNvSpPr/>
          <p:nvPr/>
        </p:nvSpPr>
        <p:spPr>
          <a:xfrm>
            <a:off x="432948" y="5046147"/>
            <a:ext cx="278892" cy="603504"/>
          </a:xfrm>
          <a:prstGeom prst="roundRect">
            <a:avLst/>
          </a:prstGeom>
          <a:solidFill>
            <a:srgbClr val="FFCD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amples box"/>
          <p:cNvSpPr/>
          <p:nvPr/>
        </p:nvSpPr>
        <p:spPr>
          <a:xfrm>
            <a:off x="417748" y="5955728"/>
            <a:ext cx="1724107" cy="807829"/>
          </a:xfrm>
          <a:prstGeom prst="rect">
            <a:avLst/>
          </a:prstGeom>
          <a:solidFill>
            <a:srgbClr val="D2D2D2"/>
          </a:solidFill>
          <a:ln w="38100">
            <a:solidFill>
              <a:schemeClr val="bg1">
                <a:lumMod val="50000"/>
              </a:schemeClr>
            </a:solidFill>
          </a:ln>
          <a:effectLst/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1" name="Samples label"/>
          <p:cNvSpPr txBox="1"/>
          <p:nvPr/>
        </p:nvSpPr>
        <p:spPr>
          <a:xfrm>
            <a:off x="943850" y="6173130"/>
            <a:ext cx="724557" cy="307777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2000" dirty="0">
                <a:solidFill>
                  <a:srgbClr val="000000"/>
                </a:solidFill>
                <a:latin typeface="Times New Roman"/>
              </a:rPr>
              <a:t>s</a:t>
            </a:r>
            <a:r>
              <a:rPr sz="2000" dirty="0">
                <a:solidFill>
                  <a:srgbClr val="000000"/>
                </a:solidFill>
                <a:latin typeface="Times New Roman"/>
              </a:rPr>
              <a:t>ample</a:t>
            </a:r>
          </a:p>
        </p:txBody>
      </p:sp>
      <p:sp>
        <p:nvSpPr>
          <p:cNvPr id="23" name="room-temperature attenuator"/>
          <p:cNvSpPr/>
          <p:nvPr/>
        </p:nvSpPr>
        <p:spPr>
          <a:xfrm>
            <a:off x="1821391" y="1082252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3 K attenuator"/>
          <p:cNvSpPr/>
          <p:nvPr/>
        </p:nvSpPr>
        <p:spPr>
          <a:xfrm>
            <a:off x="1821391" y="3509017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50 K attenuator"/>
          <p:cNvSpPr/>
          <p:nvPr/>
        </p:nvSpPr>
        <p:spPr>
          <a:xfrm>
            <a:off x="1821391" y="2218222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E69DFA5-A952-2AED-56C9-016D15023DBB}"/>
              </a:ext>
            </a:extLst>
          </p:cNvPr>
          <p:cNvSpPr/>
          <p:nvPr/>
        </p:nvSpPr>
        <p:spPr>
          <a:xfrm>
            <a:off x="297861" y="24063"/>
            <a:ext cx="2062031" cy="559756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rgbClr val="000000"/>
                </a:solidFill>
                <a:latin typeface="Times New Roman"/>
              </a:rPr>
              <a:t>VNA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278a402-1a9e-4eb9-8414-ffb55a5fcf1e}" enabled="0" method="" siteId="{4278a402-1a9e-4eb9-8414-ffb55a5fcf1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1505</TotalTime>
  <Words>41</Words>
  <Application>Microsoft Office PowerPoint</Application>
  <PresentationFormat>Custom</PresentationFormat>
  <Paragraphs>22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Times New Roman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 S3 editable microwave setup schematic</dc:title>
  <dc:subject>Editable PowerPoint reconstruction of Figure S3 microwave setup</dc:subject>
  <dc:creator>OpenAI</dc:creator>
  <cp:keywords/>
  <dc:description>generated using python-pptx</dc:description>
  <cp:lastModifiedBy>Ivan V Pechenezhskiy</cp:lastModifiedBy>
  <cp:revision>1</cp:revision>
  <dcterms:created xsi:type="dcterms:W3CDTF">2013-01-27T09:14:16Z</dcterms:created>
  <dcterms:modified xsi:type="dcterms:W3CDTF">2026-07-13T19:53:58Z</dcterms:modified>
  <cp:category/>
</cp:coreProperties>
</file>